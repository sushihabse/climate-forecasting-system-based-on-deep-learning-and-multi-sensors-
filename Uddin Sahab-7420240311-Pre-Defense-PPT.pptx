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66" r:id="rId1"/>
  </p:sldMasterIdLst>
  <p:notesMasterIdLst>
    <p:notesMasterId r:id="rId21"/>
  </p:notesMasterIdLst>
  <p:sldIdLst>
    <p:sldId id="256" r:id="rId2"/>
    <p:sldId id="257" r:id="rId3"/>
    <p:sldId id="270" r:id="rId4"/>
    <p:sldId id="260" r:id="rId5"/>
    <p:sldId id="271" r:id="rId6"/>
    <p:sldId id="272" r:id="rId7"/>
    <p:sldId id="261" r:id="rId8"/>
    <p:sldId id="274" r:id="rId9"/>
    <p:sldId id="273" r:id="rId10"/>
    <p:sldId id="262" r:id="rId11"/>
    <p:sldId id="263" r:id="rId12"/>
    <p:sldId id="264" r:id="rId13"/>
    <p:sldId id="265" r:id="rId14"/>
    <p:sldId id="266" r:id="rId15"/>
    <p:sldId id="267" r:id="rId16"/>
    <p:sldId id="268" r:id="rId17"/>
    <p:sldId id="269" r:id="rId18"/>
    <p:sldId id="275" r:id="rId19"/>
    <p:sldId id="276"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6BBED45-AA43-BC54-670C-B741FD0358B7}" name="s12625" initials="s" userId="S::s12625@3652.pro::5d2fcc81-5eb0-43b7-9160-0bc6344abddf"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4" d="100"/>
          <a:sy n="64" d="100"/>
        </p:scale>
        <p:origin x="954" y="78"/>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8/10/relationships/authors" Target="author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diagrams/_rels/data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ata4.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diagrams/_rels/data5.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7.svg"/><Relationship Id="rId1" Type="http://schemas.openxmlformats.org/officeDocument/2006/relationships/image" Target="../media/image16.png"/><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9.svg"/></Relationships>
</file>

<file path=ppt/diagrams/_rels/data7.xml.rels><?xml version="1.0" encoding="UTF-8" standalone="yes"?>
<Relationships xmlns="http://schemas.openxmlformats.org/package/2006/relationships"><Relationship Id="rId8" Type="http://schemas.openxmlformats.org/officeDocument/2006/relationships/image" Target="../media/image49.svg"/><Relationship Id="rId3" Type="http://schemas.openxmlformats.org/officeDocument/2006/relationships/image" Target="../media/image41.png"/><Relationship Id="rId7" Type="http://schemas.openxmlformats.org/officeDocument/2006/relationships/image" Target="../media/image48.png"/><Relationship Id="rId2" Type="http://schemas.openxmlformats.org/officeDocument/2006/relationships/image" Target="../media/image44.svg"/><Relationship Id="rId1" Type="http://schemas.openxmlformats.org/officeDocument/2006/relationships/image" Target="../media/image43.png"/><Relationship Id="rId6" Type="http://schemas.openxmlformats.org/officeDocument/2006/relationships/image" Target="../media/image47.svg"/><Relationship Id="rId5" Type="http://schemas.openxmlformats.org/officeDocument/2006/relationships/image" Target="../media/image46.png"/><Relationship Id="rId10" Type="http://schemas.openxmlformats.org/officeDocument/2006/relationships/image" Target="../media/image51.svg"/><Relationship Id="rId4" Type="http://schemas.openxmlformats.org/officeDocument/2006/relationships/image" Target="../media/image45.svg"/><Relationship Id="rId9" Type="http://schemas.openxmlformats.org/officeDocument/2006/relationships/image" Target="../media/image50.png"/></Relationships>
</file>

<file path=ppt/diagrams/_rels/drawing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rawing4.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diagrams/_rels/drawing5.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7.svg"/><Relationship Id="rId1" Type="http://schemas.openxmlformats.org/officeDocument/2006/relationships/image" Target="../media/image16.png"/><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9.svg"/></Relationships>
</file>

<file path=ppt/diagrams/_rels/drawing7.xml.rels><?xml version="1.0" encoding="UTF-8" standalone="yes"?>
<Relationships xmlns="http://schemas.openxmlformats.org/package/2006/relationships"><Relationship Id="rId8" Type="http://schemas.openxmlformats.org/officeDocument/2006/relationships/image" Target="../media/image49.svg"/><Relationship Id="rId3" Type="http://schemas.openxmlformats.org/officeDocument/2006/relationships/image" Target="../media/image41.png"/><Relationship Id="rId7" Type="http://schemas.openxmlformats.org/officeDocument/2006/relationships/image" Target="../media/image48.png"/><Relationship Id="rId2" Type="http://schemas.openxmlformats.org/officeDocument/2006/relationships/image" Target="../media/image44.svg"/><Relationship Id="rId1" Type="http://schemas.openxmlformats.org/officeDocument/2006/relationships/image" Target="../media/image43.png"/><Relationship Id="rId6" Type="http://schemas.openxmlformats.org/officeDocument/2006/relationships/image" Target="../media/image47.svg"/><Relationship Id="rId5" Type="http://schemas.openxmlformats.org/officeDocument/2006/relationships/image" Target="../media/image46.png"/><Relationship Id="rId10" Type="http://schemas.openxmlformats.org/officeDocument/2006/relationships/image" Target="../media/image51.svg"/><Relationship Id="rId4" Type="http://schemas.openxmlformats.org/officeDocument/2006/relationships/image" Target="../media/image45.svg"/><Relationship Id="rId9" Type="http://schemas.openxmlformats.org/officeDocument/2006/relationships/image" Target="../media/image50.png"/></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9C41DB6-EDFF-447D-A7BB-D3FCF29DC9AC}" type="doc">
      <dgm:prSet loTypeId="urn:microsoft.com/office/officeart/2008/layout/LinedList" loCatId="list" qsTypeId="urn:microsoft.com/office/officeart/2005/8/quickstyle/simple1" qsCatId="simple" csTypeId="urn:microsoft.com/office/officeart/2005/8/colors/colorful5" csCatId="colorful" phldr="1"/>
      <dgm:spPr/>
      <dgm:t>
        <a:bodyPr/>
        <a:lstStyle/>
        <a:p>
          <a:endParaRPr lang="en-US"/>
        </a:p>
      </dgm:t>
    </dgm:pt>
    <dgm:pt modelId="{6C64E1F2-D0EC-4860-B521-95BEC425E3BC}">
      <dgm:prSet/>
      <dgm:spPr/>
      <dgm:t>
        <a:bodyPr/>
        <a:lstStyle/>
        <a:p>
          <a:r>
            <a:rPr lang="en-US" dirty="0"/>
            <a:t>Uddin Sahab</a:t>
          </a:r>
        </a:p>
      </dgm:t>
    </dgm:pt>
    <dgm:pt modelId="{DA330F1B-3763-41D1-8A12-A9E5714CB94A}" type="parTrans" cxnId="{598A88ED-A58C-4CD6-BC6A-6D5EAC1C2ABA}">
      <dgm:prSet/>
      <dgm:spPr/>
      <dgm:t>
        <a:bodyPr/>
        <a:lstStyle/>
        <a:p>
          <a:endParaRPr lang="en-US"/>
        </a:p>
      </dgm:t>
    </dgm:pt>
    <dgm:pt modelId="{EADB2908-E9AF-4160-9429-C0102FF06C1A}" type="sibTrans" cxnId="{598A88ED-A58C-4CD6-BC6A-6D5EAC1C2ABA}">
      <dgm:prSet/>
      <dgm:spPr/>
      <dgm:t>
        <a:bodyPr/>
        <a:lstStyle/>
        <a:p>
          <a:endParaRPr lang="en-US"/>
        </a:p>
      </dgm:t>
    </dgm:pt>
    <dgm:pt modelId="{1E14E7C0-AC74-4140-9B70-FD16C60DA08F}">
      <dgm:prSet/>
      <dgm:spPr/>
      <dgm:t>
        <a:bodyPr/>
        <a:lstStyle/>
        <a:p>
          <a:r>
            <a:rPr lang="en-US" dirty="0"/>
            <a:t>Supervisor: He Gang</a:t>
          </a:r>
        </a:p>
      </dgm:t>
    </dgm:pt>
    <dgm:pt modelId="{AABB01DC-78BF-4F1C-803D-AAC9C3DF0376}" type="parTrans" cxnId="{4F4C1771-BD7F-4D3A-8CAB-C25AB0154BBE}">
      <dgm:prSet/>
      <dgm:spPr/>
      <dgm:t>
        <a:bodyPr/>
        <a:lstStyle/>
        <a:p>
          <a:endParaRPr lang="en-US"/>
        </a:p>
      </dgm:t>
    </dgm:pt>
    <dgm:pt modelId="{E22BF9EA-BAC5-4C44-B239-B7636ECB66AE}" type="sibTrans" cxnId="{4F4C1771-BD7F-4D3A-8CAB-C25AB0154BBE}">
      <dgm:prSet/>
      <dgm:spPr/>
      <dgm:t>
        <a:bodyPr/>
        <a:lstStyle/>
        <a:p>
          <a:endParaRPr lang="en-US"/>
        </a:p>
      </dgm:t>
    </dgm:pt>
    <dgm:pt modelId="{0AE7702F-946D-4547-B6D6-832B45E2CACD}">
      <dgm:prSet/>
      <dgm:spPr/>
      <dgm:t>
        <a:bodyPr/>
        <a:lstStyle/>
        <a:p>
          <a:r>
            <a:rPr lang="en-US" dirty="0"/>
            <a:t>Southwest university of science and technology</a:t>
          </a:r>
        </a:p>
      </dgm:t>
    </dgm:pt>
    <dgm:pt modelId="{1ED144A4-CE1D-44B9-B801-C1303793950F}" type="parTrans" cxnId="{4F5B1E89-BB8A-4896-A034-FBAA21A0BD54}">
      <dgm:prSet/>
      <dgm:spPr/>
      <dgm:t>
        <a:bodyPr/>
        <a:lstStyle/>
        <a:p>
          <a:endParaRPr lang="en-US"/>
        </a:p>
      </dgm:t>
    </dgm:pt>
    <dgm:pt modelId="{FF0A5EFD-BDA0-48D5-A080-BD296D4DEC4E}" type="sibTrans" cxnId="{4F5B1E89-BB8A-4896-A034-FBAA21A0BD54}">
      <dgm:prSet/>
      <dgm:spPr/>
      <dgm:t>
        <a:bodyPr/>
        <a:lstStyle/>
        <a:p>
          <a:endParaRPr lang="en-US"/>
        </a:p>
      </dgm:t>
    </dgm:pt>
    <dgm:pt modelId="{BF741229-8D39-434A-A3DD-C0137D8C3C17}">
      <dgm:prSet/>
      <dgm:spPr/>
      <dgm:t>
        <a:bodyPr/>
        <a:lstStyle/>
        <a:p>
          <a:r>
            <a:rPr lang="en-US" dirty="0"/>
            <a:t>Date: 2025/11/13</a:t>
          </a:r>
        </a:p>
      </dgm:t>
    </dgm:pt>
    <dgm:pt modelId="{737E7AE8-4ADA-447E-9AE5-4813B25970D8}" type="parTrans" cxnId="{4AEF3B0F-E312-4DC1-93D0-D74EA29E3334}">
      <dgm:prSet/>
      <dgm:spPr/>
      <dgm:t>
        <a:bodyPr/>
        <a:lstStyle/>
        <a:p>
          <a:endParaRPr lang="en-US"/>
        </a:p>
      </dgm:t>
    </dgm:pt>
    <dgm:pt modelId="{749CF0A8-FF0D-4D9C-AE32-D95A4AF8CD12}" type="sibTrans" cxnId="{4AEF3B0F-E312-4DC1-93D0-D74EA29E3334}">
      <dgm:prSet/>
      <dgm:spPr/>
      <dgm:t>
        <a:bodyPr/>
        <a:lstStyle/>
        <a:p>
          <a:endParaRPr lang="en-US"/>
        </a:p>
      </dgm:t>
    </dgm:pt>
    <dgm:pt modelId="{89D1E6A6-7332-4E04-A332-A229B7B1A022}" type="pres">
      <dgm:prSet presAssocID="{A9C41DB6-EDFF-447D-A7BB-D3FCF29DC9AC}" presName="vert0" presStyleCnt="0">
        <dgm:presLayoutVars>
          <dgm:dir/>
          <dgm:animOne val="branch"/>
          <dgm:animLvl val="lvl"/>
        </dgm:presLayoutVars>
      </dgm:prSet>
      <dgm:spPr/>
    </dgm:pt>
    <dgm:pt modelId="{07064637-E2F4-425F-89A0-402B803095A6}" type="pres">
      <dgm:prSet presAssocID="{6C64E1F2-D0EC-4860-B521-95BEC425E3BC}" presName="thickLine" presStyleLbl="alignNode1" presStyleIdx="0" presStyleCnt="4"/>
      <dgm:spPr/>
    </dgm:pt>
    <dgm:pt modelId="{84D3AE7D-E6A3-4211-B8AD-AEB150E44899}" type="pres">
      <dgm:prSet presAssocID="{6C64E1F2-D0EC-4860-B521-95BEC425E3BC}" presName="horz1" presStyleCnt="0"/>
      <dgm:spPr/>
    </dgm:pt>
    <dgm:pt modelId="{6EA63CDA-18E7-40C1-A503-54E92FBF403F}" type="pres">
      <dgm:prSet presAssocID="{6C64E1F2-D0EC-4860-B521-95BEC425E3BC}" presName="tx1" presStyleLbl="revTx" presStyleIdx="0" presStyleCnt="4"/>
      <dgm:spPr/>
    </dgm:pt>
    <dgm:pt modelId="{46F264B5-EE4B-4C67-B1A3-7E413E921728}" type="pres">
      <dgm:prSet presAssocID="{6C64E1F2-D0EC-4860-B521-95BEC425E3BC}" presName="vert1" presStyleCnt="0"/>
      <dgm:spPr/>
    </dgm:pt>
    <dgm:pt modelId="{DA455B17-2040-4376-95C9-A4308DD903EF}" type="pres">
      <dgm:prSet presAssocID="{1E14E7C0-AC74-4140-9B70-FD16C60DA08F}" presName="thickLine" presStyleLbl="alignNode1" presStyleIdx="1" presStyleCnt="4"/>
      <dgm:spPr/>
    </dgm:pt>
    <dgm:pt modelId="{FFEE3F24-AF09-411B-BD43-91763CF14C66}" type="pres">
      <dgm:prSet presAssocID="{1E14E7C0-AC74-4140-9B70-FD16C60DA08F}" presName="horz1" presStyleCnt="0"/>
      <dgm:spPr/>
    </dgm:pt>
    <dgm:pt modelId="{E124072A-EB16-400D-BECD-BB6A80DF35E8}" type="pres">
      <dgm:prSet presAssocID="{1E14E7C0-AC74-4140-9B70-FD16C60DA08F}" presName="tx1" presStyleLbl="revTx" presStyleIdx="1" presStyleCnt="4"/>
      <dgm:spPr/>
    </dgm:pt>
    <dgm:pt modelId="{4C8DE1C5-F4FB-4A70-94FA-8E6EA7F9B3E7}" type="pres">
      <dgm:prSet presAssocID="{1E14E7C0-AC74-4140-9B70-FD16C60DA08F}" presName="vert1" presStyleCnt="0"/>
      <dgm:spPr/>
    </dgm:pt>
    <dgm:pt modelId="{B7DB6A82-30BC-4ADA-AF71-4DCBC8F0F879}" type="pres">
      <dgm:prSet presAssocID="{0AE7702F-946D-4547-B6D6-832B45E2CACD}" presName="thickLine" presStyleLbl="alignNode1" presStyleIdx="2" presStyleCnt="4"/>
      <dgm:spPr/>
    </dgm:pt>
    <dgm:pt modelId="{AC692B2B-3DD0-4523-AD5D-86B407953C85}" type="pres">
      <dgm:prSet presAssocID="{0AE7702F-946D-4547-B6D6-832B45E2CACD}" presName="horz1" presStyleCnt="0"/>
      <dgm:spPr/>
    </dgm:pt>
    <dgm:pt modelId="{F5B25BD7-25C9-4969-A8C0-12732B35FBE1}" type="pres">
      <dgm:prSet presAssocID="{0AE7702F-946D-4547-B6D6-832B45E2CACD}" presName="tx1" presStyleLbl="revTx" presStyleIdx="2" presStyleCnt="4"/>
      <dgm:spPr/>
    </dgm:pt>
    <dgm:pt modelId="{C253B144-CC1A-44C7-8BBF-063F65795CAC}" type="pres">
      <dgm:prSet presAssocID="{0AE7702F-946D-4547-B6D6-832B45E2CACD}" presName="vert1" presStyleCnt="0"/>
      <dgm:spPr/>
    </dgm:pt>
    <dgm:pt modelId="{3DFED7CD-AED7-4D05-B78F-5A4826B62C77}" type="pres">
      <dgm:prSet presAssocID="{BF741229-8D39-434A-A3DD-C0137D8C3C17}" presName="thickLine" presStyleLbl="alignNode1" presStyleIdx="3" presStyleCnt="4"/>
      <dgm:spPr/>
    </dgm:pt>
    <dgm:pt modelId="{30B06C89-E070-4AC9-A724-2E769F68C269}" type="pres">
      <dgm:prSet presAssocID="{BF741229-8D39-434A-A3DD-C0137D8C3C17}" presName="horz1" presStyleCnt="0"/>
      <dgm:spPr/>
    </dgm:pt>
    <dgm:pt modelId="{549E6372-31F0-4DCA-8DC5-39AAD191EBEC}" type="pres">
      <dgm:prSet presAssocID="{BF741229-8D39-434A-A3DD-C0137D8C3C17}" presName="tx1" presStyleLbl="revTx" presStyleIdx="3" presStyleCnt="4"/>
      <dgm:spPr/>
    </dgm:pt>
    <dgm:pt modelId="{D05CCF5C-7738-4A1E-A104-00DC3B53AA0B}" type="pres">
      <dgm:prSet presAssocID="{BF741229-8D39-434A-A3DD-C0137D8C3C17}" presName="vert1" presStyleCnt="0"/>
      <dgm:spPr/>
    </dgm:pt>
  </dgm:ptLst>
  <dgm:cxnLst>
    <dgm:cxn modelId="{4AEF3B0F-E312-4DC1-93D0-D74EA29E3334}" srcId="{A9C41DB6-EDFF-447D-A7BB-D3FCF29DC9AC}" destId="{BF741229-8D39-434A-A3DD-C0137D8C3C17}" srcOrd="3" destOrd="0" parTransId="{737E7AE8-4ADA-447E-9AE5-4813B25970D8}" sibTransId="{749CF0A8-FF0D-4D9C-AE32-D95A4AF8CD12}"/>
    <dgm:cxn modelId="{0BBF622A-87E0-43E2-87EC-4EF2AF30C2D3}" type="presOf" srcId="{BF741229-8D39-434A-A3DD-C0137D8C3C17}" destId="{549E6372-31F0-4DCA-8DC5-39AAD191EBEC}" srcOrd="0" destOrd="0" presId="urn:microsoft.com/office/officeart/2008/layout/LinedList"/>
    <dgm:cxn modelId="{D4020B35-260B-4AD2-A70E-20419E71DAF2}" type="presOf" srcId="{A9C41DB6-EDFF-447D-A7BB-D3FCF29DC9AC}" destId="{89D1E6A6-7332-4E04-A332-A229B7B1A022}" srcOrd="0" destOrd="0" presId="urn:microsoft.com/office/officeart/2008/layout/LinedList"/>
    <dgm:cxn modelId="{6182E363-AC57-43BC-BE57-C05A219972D2}" type="presOf" srcId="{0AE7702F-946D-4547-B6D6-832B45E2CACD}" destId="{F5B25BD7-25C9-4969-A8C0-12732B35FBE1}" srcOrd="0" destOrd="0" presId="urn:microsoft.com/office/officeart/2008/layout/LinedList"/>
    <dgm:cxn modelId="{4F4C1771-BD7F-4D3A-8CAB-C25AB0154BBE}" srcId="{A9C41DB6-EDFF-447D-A7BB-D3FCF29DC9AC}" destId="{1E14E7C0-AC74-4140-9B70-FD16C60DA08F}" srcOrd="1" destOrd="0" parTransId="{AABB01DC-78BF-4F1C-803D-AAC9C3DF0376}" sibTransId="{E22BF9EA-BAC5-4C44-B239-B7636ECB66AE}"/>
    <dgm:cxn modelId="{4F5B1E89-BB8A-4896-A034-FBAA21A0BD54}" srcId="{A9C41DB6-EDFF-447D-A7BB-D3FCF29DC9AC}" destId="{0AE7702F-946D-4547-B6D6-832B45E2CACD}" srcOrd="2" destOrd="0" parTransId="{1ED144A4-CE1D-44B9-B801-C1303793950F}" sibTransId="{FF0A5EFD-BDA0-48D5-A080-BD296D4DEC4E}"/>
    <dgm:cxn modelId="{36638B8B-EFF8-4113-83A6-9534DAD658E4}" type="presOf" srcId="{1E14E7C0-AC74-4140-9B70-FD16C60DA08F}" destId="{E124072A-EB16-400D-BECD-BB6A80DF35E8}" srcOrd="0" destOrd="0" presId="urn:microsoft.com/office/officeart/2008/layout/LinedList"/>
    <dgm:cxn modelId="{84C167B1-32BF-4A9C-B272-A258847034DE}" type="presOf" srcId="{6C64E1F2-D0EC-4860-B521-95BEC425E3BC}" destId="{6EA63CDA-18E7-40C1-A503-54E92FBF403F}" srcOrd="0" destOrd="0" presId="urn:microsoft.com/office/officeart/2008/layout/LinedList"/>
    <dgm:cxn modelId="{598A88ED-A58C-4CD6-BC6A-6D5EAC1C2ABA}" srcId="{A9C41DB6-EDFF-447D-A7BB-D3FCF29DC9AC}" destId="{6C64E1F2-D0EC-4860-B521-95BEC425E3BC}" srcOrd="0" destOrd="0" parTransId="{DA330F1B-3763-41D1-8A12-A9E5714CB94A}" sibTransId="{EADB2908-E9AF-4160-9429-C0102FF06C1A}"/>
    <dgm:cxn modelId="{B26F7B87-BB88-424B-820F-2B2F435591A0}" type="presParOf" srcId="{89D1E6A6-7332-4E04-A332-A229B7B1A022}" destId="{07064637-E2F4-425F-89A0-402B803095A6}" srcOrd="0" destOrd="0" presId="urn:microsoft.com/office/officeart/2008/layout/LinedList"/>
    <dgm:cxn modelId="{F3F33D1E-D28C-4DD5-B631-792035831D37}" type="presParOf" srcId="{89D1E6A6-7332-4E04-A332-A229B7B1A022}" destId="{84D3AE7D-E6A3-4211-B8AD-AEB150E44899}" srcOrd="1" destOrd="0" presId="urn:microsoft.com/office/officeart/2008/layout/LinedList"/>
    <dgm:cxn modelId="{6C34F455-8433-4374-8EA8-579C4A8C56C2}" type="presParOf" srcId="{84D3AE7D-E6A3-4211-B8AD-AEB150E44899}" destId="{6EA63CDA-18E7-40C1-A503-54E92FBF403F}" srcOrd="0" destOrd="0" presId="urn:microsoft.com/office/officeart/2008/layout/LinedList"/>
    <dgm:cxn modelId="{10CE3E30-3885-427C-9E53-B31994A79729}" type="presParOf" srcId="{84D3AE7D-E6A3-4211-B8AD-AEB150E44899}" destId="{46F264B5-EE4B-4C67-B1A3-7E413E921728}" srcOrd="1" destOrd="0" presId="urn:microsoft.com/office/officeart/2008/layout/LinedList"/>
    <dgm:cxn modelId="{DE21856C-AAEB-4DBD-805D-45AE57E0A628}" type="presParOf" srcId="{89D1E6A6-7332-4E04-A332-A229B7B1A022}" destId="{DA455B17-2040-4376-95C9-A4308DD903EF}" srcOrd="2" destOrd="0" presId="urn:microsoft.com/office/officeart/2008/layout/LinedList"/>
    <dgm:cxn modelId="{12B27446-2793-46C8-8F49-627E32FF8914}" type="presParOf" srcId="{89D1E6A6-7332-4E04-A332-A229B7B1A022}" destId="{FFEE3F24-AF09-411B-BD43-91763CF14C66}" srcOrd="3" destOrd="0" presId="urn:microsoft.com/office/officeart/2008/layout/LinedList"/>
    <dgm:cxn modelId="{4DC9CF41-0C3F-4344-B27C-D2825A618D00}" type="presParOf" srcId="{FFEE3F24-AF09-411B-BD43-91763CF14C66}" destId="{E124072A-EB16-400D-BECD-BB6A80DF35E8}" srcOrd="0" destOrd="0" presId="urn:microsoft.com/office/officeart/2008/layout/LinedList"/>
    <dgm:cxn modelId="{B4BDDD6D-0CDA-4A42-9F22-A5743A840E04}" type="presParOf" srcId="{FFEE3F24-AF09-411B-BD43-91763CF14C66}" destId="{4C8DE1C5-F4FB-4A70-94FA-8E6EA7F9B3E7}" srcOrd="1" destOrd="0" presId="urn:microsoft.com/office/officeart/2008/layout/LinedList"/>
    <dgm:cxn modelId="{BF3AF46B-17C3-4C9E-888C-6E30CD489289}" type="presParOf" srcId="{89D1E6A6-7332-4E04-A332-A229B7B1A022}" destId="{B7DB6A82-30BC-4ADA-AF71-4DCBC8F0F879}" srcOrd="4" destOrd="0" presId="urn:microsoft.com/office/officeart/2008/layout/LinedList"/>
    <dgm:cxn modelId="{8F9959A3-1225-49A6-A02A-A8730C32D6C2}" type="presParOf" srcId="{89D1E6A6-7332-4E04-A332-A229B7B1A022}" destId="{AC692B2B-3DD0-4523-AD5D-86B407953C85}" srcOrd="5" destOrd="0" presId="urn:microsoft.com/office/officeart/2008/layout/LinedList"/>
    <dgm:cxn modelId="{A98A2975-1FAD-46CB-8AD4-62943567CEF3}" type="presParOf" srcId="{AC692B2B-3DD0-4523-AD5D-86B407953C85}" destId="{F5B25BD7-25C9-4969-A8C0-12732B35FBE1}" srcOrd="0" destOrd="0" presId="urn:microsoft.com/office/officeart/2008/layout/LinedList"/>
    <dgm:cxn modelId="{53E37664-36A3-429A-B5F7-6B1150DBC34D}" type="presParOf" srcId="{AC692B2B-3DD0-4523-AD5D-86B407953C85}" destId="{C253B144-CC1A-44C7-8BBF-063F65795CAC}" srcOrd="1" destOrd="0" presId="urn:microsoft.com/office/officeart/2008/layout/LinedList"/>
    <dgm:cxn modelId="{0BDFED9E-6BD9-49E3-B38B-7771466C953B}" type="presParOf" srcId="{89D1E6A6-7332-4E04-A332-A229B7B1A022}" destId="{3DFED7CD-AED7-4D05-B78F-5A4826B62C77}" srcOrd="6" destOrd="0" presId="urn:microsoft.com/office/officeart/2008/layout/LinedList"/>
    <dgm:cxn modelId="{855F7F6D-8ED3-46E1-BD16-E55812D29CC9}" type="presParOf" srcId="{89D1E6A6-7332-4E04-A332-A229B7B1A022}" destId="{30B06C89-E070-4AC9-A724-2E769F68C269}" srcOrd="7" destOrd="0" presId="urn:microsoft.com/office/officeart/2008/layout/LinedList"/>
    <dgm:cxn modelId="{609A0A7D-61C8-4A83-A134-C0AC866AEDE4}" type="presParOf" srcId="{30B06C89-E070-4AC9-A724-2E769F68C269}" destId="{549E6372-31F0-4DCA-8DC5-39AAD191EBEC}" srcOrd="0" destOrd="0" presId="urn:microsoft.com/office/officeart/2008/layout/LinedList"/>
    <dgm:cxn modelId="{64433B6F-97A3-4441-9DE9-DCBD4E61B3C1}" type="presParOf" srcId="{30B06C89-E070-4AC9-A724-2E769F68C269}" destId="{D05CCF5C-7738-4A1E-A104-00DC3B53AA0B}"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A6339AE-97B5-4282-894B-685E658AC8BC}" type="doc">
      <dgm:prSet loTypeId="urn:microsoft.com/office/officeart/2005/8/layout/cycle3" loCatId="cycle" qsTypeId="urn:microsoft.com/office/officeart/2005/8/quickstyle/simple1" qsCatId="simple" csTypeId="urn:microsoft.com/office/officeart/2005/8/colors/accent4_2" csCatId="accent4"/>
      <dgm:spPr/>
      <dgm:t>
        <a:bodyPr/>
        <a:lstStyle/>
        <a:p>
          <a:endParaRPr lang="en-US"/>
        </a:p>
      </dgm:t>
    </dgm:pt>
    <dgm:pt modelId="{9093A789-2AB3-4C3D-9F28-CC60AF40722B}">
      <dgm:prSet/>
      <dgm:spPr/>
      <dgm:t>
        <a:bodyPr/>
        <a:lstStyle/>
        <a:p>
          <a:r>
            <a:rPr lang="en-US"/>
            <a:t>Introduction</a:t>
          </a:r>
        </a:p>
      </dgm:t>
    </dgm:pt>
    <dgm:pt modelId="{5774B1B5-BCE5-436F-9FE9-34C3734D50BE}" type="parTrans" cxnId="{98C779BC-0A03-4C2B-8F5B-70C35B291666}">
      <dgm:prSet/>
      <dgm:spPr/>
      <dgm:t>
        <a:bodyPr/>
        <a:lstStyle/>
        <a:p>
          <a:endParaRPr lang="en-US"/>
        </a:p>
      </dgm:t>
    </dgm:pt>
    <dgm:pt modelId="{E51F5434-DD95-4524-85E0-4448A2D0E80D}" type="sibTrans" cxnId="{98C779BC-0A03-4C2B-8F5B-70C35B291666}">
      <dgm:prSet/>
      <dgm:spPr/>
      <dgm:t>
        <a:bodyPr/>
        <a:lstStyle/>
        <a:p>
          <a:endParaRPr lang="en-US"/>
        </a:p>
      </dgm:t>
    </dgm:pt>
    <dgm:pt modelId="{844F9396-B852-4ECC-8460-1FCC46AB244C}">
      <dgm:prSet/>
      <dgm:spPr/>
      <dgm:t>
        <a:bodyPr/>
        <a:lstStyle/>
        <a:p>
          <a:r>
            <a:rPr lang="en-US"/>
            <a:t>Research Objectives</a:t>
          </a:r>
        </a:p>
      </dgm:t>
    </dgm:pt>
    <dgm:pt modelId="{251AC6E6-E255-416F-B858-44FC2A3D1E40}" type="parTrans" cxnId="{6432187E-5EA8-4BD4-B9DC-A3295A6F0C04}">
      <dgm:prSet/>
      <dgm:spPr/>
      <dgm:t>
        <a:bodyPr/>
        <a:lstStyle/>
        <a:p>
          <a:endParaRPr lang="en-US"/>
        </a:p>
      </dgm:t>
    </dgm:pt>
    <dgm:pt modelId="{D4AE503B-3447-4722-9B36-1ADBCE6FC221}" type="sibTrans" cxnId="{6432187E-5EA8-4BD4-B9DC-A3295A6F0C04}">
      <dgm:prSet/>
      <dgm:spPr/>
      <dgm:t>
        <a:bodyPr/>
        <a:lstStyle/>
        <a:p>
          <a:endParaRPr lang="en-US"/>
        </a:p>
      </dgm:t>
    </dgm:pt>
    <dgm:pt modelId="{6292969E-4356-48B0-9102-67950D0ADA34}">
      <dgm:prSet/>
      <dgm:spPr/>
      <dgm:t>
        <a:bodyPr/>
        <a:lstStyle/>
        <a:p>
          <a:r>
            <a:rPr lang="en-US"/>
            <a:t>Research Questions</a:t>
          </a:r>
        </a:p>
      </dgm:t>
    </dgm:pt>
    <dgm:pt modelId="{2FE2528E-16B5-42DE-8D25-10E36727BFE2}" type="parTrans" cxnId="{DC71FECD-B6CD-4A57-8E81-0D1E18383499}">
      <dgm:prSet/>
      <dgm:spPr/>
      <dgm:t>
        <a:bodyPr/>
        <a:lstStyle/>
        <a:p>
          <a:endParaRPr lang="en-US"/>
        </a:p>
      </dgm:t>
    </dgm:pt>
    <dgm:pt modelId="{9717BE98-4C29-41D0-AF77-E9532C9D9788}" type="sibTrans" cxnId="{DC71FECD-B6CD-4A57-8E81-0D1E18383499}">
      <dgm:prSet/>
      <dgm:spPr/>
      <dgm:t>
        <a:bodyPr/>
        <a:lstStyle/>
        <a:p>
          <a:endParaRPr lang="en-US"/>
        </a:p>
      </dgm:t>
    </dgm:pt>
    <dgm:pt modelId="{11E94CF8-259B-4665-89B6-269838363187}">
      <dgm:prSet/>
      <dgm:spPr/>
      <dgm:t>
        <a:bodyPr/>
        <a:lstStyle/>
        <a:p>
          <a:r>
            <a:rPr lang="en-US" dirty="0"/>
            <a:t>Methodology</a:t>
          </a:r>
        </a:p>
      </dgm:t>
    </dgm:pt>
    <dgm:pt modelId="{35379799-B242-4D9E-8236-0486C06B140F}" type="parTrans" cxnId="{8136545C-BA2A-4BEC-800E-BA40B649DE81}">
      <dgm:prSet/>
      <dgm:spPr/>
      <dgm:t>
        <a:bodyPr/>
        <a:lstStyle/>
        <a:p>
          <a:endParaRPr lang="en-US"/>
        </a:p>
      </dgm:t>
    </dgm:pt>
    <dgm:pt modelId="{2EBBA256-9C7D-419F-B6E1-C3AB77B8D5BD}" type="sibTrans" cxnId="{8136545C-BA2A-4BEC-800E-BA40B649DE81}">
      <dgm:prSet/>
      <dgm:spPr/>
      <dgm:t>
        <a:bodyPr/>
        <a:lstStyle/>
        <a:p>
          <a:endParaRPr lang="en-US"/>
        </a:p>
      </dgm:t>
    </dgm:pt>
    <dgm:pt modelId="{6A19BAC2-2723-4681-90FF-604AF38AC462}">
      <dgm:prSet/>
      <dgm:spPr/>
      <dgm:t>
        <a:bodyPr/>
        <a:lstStyle/>
        <a:p>
          <a:r>
            <a:rPr lang="en-US"/>
            <a:t>Key Findings</a:t>
          </a:r>
        </a:p>
      </dgm:t>
    </dgm:pt>
    <dgm:pt modelId="{1075374F-CFAB-4650-829F-7506BDBCBACF}" type="parTrans" cxnId="{B5E0A86F-3A17-464E-A486-8F8543C4BD8D}">
      <dgm:prSet/>
      <dgm:spPr/>
      <dgm:t>
        <a:bodyPr/>
        <a:lstStyle/>
        <a:p>
          <a:endParaRPr lang="en-US"/>
        </a:p>
      </dgm:t>
    </dgm:pt>
    <dgm:pt modelId="{30FF558F-E7A7-4996-BE16-F91BA44BFD46}" type="sibTrans" cxnId="{B5E0A86F-3A17-464E-A486-8F8543C4BD8D}">
      <dgm:prSet/>
      <dgm:spPr/>
      <dgm:t>
        <a:bodyPr/>
        <a:lstStyle/>
        <a:p>
          <a:endParaRPr lang="en-US"/>
        </a:p>
      </dgm:t>
    </dgm:pt>
    <dgm:pt modelId="{EEA869AA-8AF1-4364-92DC-DF035B1F628A}">
      <dgm:prSet/>
      <dgm:spPr/>
      <dgm:t>
        <a:bodyPr/>
        <a:lstStyle/>
        <a:p>
          <a:r>
            <a:rPr lang="en-US"/>
            <a:t>Results and Discussion</a:t>
          </a:r>
        </a:p>
      </dgm:t>
    </dgm:pt>
    <dgm:pt modelId="{5FC794A9-751D-4FF6-AAD7-BA3CA7451621}" type="parTrans" cxnId="{7522D33C-8CE6-4623-B89B-0E0471644106}">
      <dgm:prSet/>
      <dgm:spPr/>
      <dgm:t>
        <a:bodyPr/>
        <a:lstStyle/>
        <a:p>
          <a:endParaRPr lang="en-US"/>
        </a:p>
      </dgm:t>
    </dgm:pt>
    <dgm:pt modelId="{71330EF1-0FA7-4090-87DD-9F3C8BB96749}" type="sibTrans" cxnId="{7522D33C-8CE6-4623-B89B-0E0471644106}">
      <dgm:prSet/>
      <dgm:spPr/>
      <dgm:t>
        <a:bodyPr/>
        <a:lstStyle/>
        <a:p>
          <a:endParaRPr lang="en-US"/>
        </a:p>
      </dgm:t>
    </dgm:pt>
    <dgm:pt modelId="{87558681-2575-44A6-A863-0CEEAF8F3DEB}">
      <dgm:prSet/>
      <dgm:spPr/>
      <dgm:t>
        <a:bodyPr/>
        <a:lstStyle/>
        <a:p>
          <a:r>
            <a:rPr lang="en-US"/>
            <a:t>Future Work</a:t>
          </a:r>
        </a:p>
      </dgm:t>
    </dgm:pt>
    <dgm:pt modelId="{9A0D4DA4-F133-4385-AE56-FBEFF340469D}" type="parTrans" cxnId="{D16D1024-4964-45B2-848B-20FF63E14E79}">
      <dgm:prSet/>
      <dgm:spPr/>
      <dgm:t>
        <a:bodyPr/>
        <a:lstStyle/>
        <a:p>
          <a:endParaRPr lang="en-US"/>
        </a:p>
      </dgm:t>
    </dgm:pt>
    <dgm:pt modelId="{DB6BB32F-7E74-4659-BB95-FA604CD54676}" type="sibTrans" cxnId="{D16D1024-4964-45B2-848B-20FF63E14E79}">
      <dgm:prSet/>
      <dgm:spPr/>
      <dgm:t>
        <a:bodyPr/>
        <a:lstStyle/>
        <a:p>
          <a:endParaRPr lang="en-US"/>
        </a:p>
      </dgm:t>
    </dgm:pt>
    <dgm:pt modelId="{75B9A8BB-CAE5-4157-A7D1-F86D4C42C1AD}">
      <dgm:prSet/>
      <dgm:spPr/>
      <dgm:t>
        <a:bodyPr/>
        <a:lstStyle/>
        <a:p>
          <a:r>
            <a:rPr lang="en-US"/>
            <a:t>Achievements</a:t>
          </a:r>
        </a:p>
      </dgm:t>
    </dgm:pt>
    <dgm:pt modelId="{A9AA2ECA-E128-451E-9D3F-706AD6C0D4AD}" type="parTrans" cxnId="{56DFF249-0582-4289-B794-B7C49BFB43E8}">
      <dgm:prSet/>
      <dgm:spPr/>
      <dgm:t>
        <a:bodyPr/>
        <a:lstStyle/>
        <a:p>
          <a:endParaRPr lang="en-US"/>
        </a:p>
      </dgm:t>
    </dgm:pt>
    <dgm:pt modelId="{648089AC-F33A-4646-A5DD-5EA151278762}" type="sibTrans" cxnId="{56DFF249-0582-4289-B794-B7C49BFB43E8}">
      <dgm:prSet/>
      <dgm:spPr/>
      <dgm:t>
        <a:bodyPr/>
        <a:lstStyle/>
        <a:p>
          <a:endParaRPr lang="en-US"/>
        </a:p>
      </dgm:t>
    </dgm:pt>
    <dgm:pt modelId="{FAE0BA44-DAFE-47F3-8F78-43CCDC3DCFA3}">
      <dgm:prSet/>
      <dgm:spPr/>
      <dgm:t>
        <a:bodyPr/>
        <a:lstStyle/>
        <a:p>
          <a:r>
            <a:rPr lang="en-US"/>
            <a:t>References</a:t>
          </a:r>
        </a:p>
      </dgm:t>
    </dgm:pt>
    <dgm:pt modelId="{7DD79882-1748-463D-AE25-31FCFA6BEDCD}" type="parTrans" cxnId="{1B1688F0-826C-4B4B-A75A-7A0E88DDD78F}">
      <dgm:prSet/>
      <dgm:spPr/>
      <dgm:t>
        <a:bodyPr/>
        <a:lstStyle/>
        <a:p>
          <a:endParaRPr lang="en-US"/>
        </a:p>
      </dgm:t>
    </dgm:pt>
    <dgm:pt modelId="{6984E4BE-603D-4E38-817F-25B8E12C50AF}" type="sibTrans" cxnId="{1B1688F0-826C-4B4B-A75A-7A0E88DDD78F}">
      <dgm:prSet/>
      <dgm:spPr/>
      <dgm:t>
        <a:bodyPr/>
        <a:lstStyle/>
        <a:p>
          <a:endParaRPr lang="en-US"/>
        </a:p>
      </dgm:t>
    </dgm:pt>
    <dgm:pt modelId="{4F68EA6C-0C9E-4A02-9654-9D717605BC92}">
      <dgm:prSet/>
      <dgm:spPr/>
      <dgm:t>
        <a:bodyPr/>
        <a:lstStyle/>
        <a:p>
          <a:r>
            <a:rPr lang="en-US"/>
            <a:t>Conclusion</a:t>
          </a:r>
        </a:p>
      </dgm:t>
    </dgm:pt>
    <dgm:pt modelId="{43ABB38D-0B9F-468A-BC06-2F92B7DDD572}" type="parTrans" cxnId="{3373415E-757E-4F56-890C-B0EF95451928}">
      <dgm:prSet/>
      <dgm:spPr/>
      <dgm:t>
        <a:bodyPr/>
        <a:lstStyle/>
        <a:p>
          <a:endParaRPr lang="en-US"/>
        </a:p>
      </dgm:t>
    </dgm:pt>
    <dgm:pt modelId="{75C0B4F0-EF8E-4D43-8B49-D0429CD3B28C}" type="sibTrans" cxnId="{3373415E-757E-4F56-890C-B0EF95451928}">
      <dgm:prSet/>
      <dgm:spPr/>
      <dgm:t>
        <a:bodyPr/>
        <a:lstStyle/>
        <a:p>
          <a:endParaRPr lang="en-US"/>
        </a:p>
      </dgm:t>
    </dgm:pt>
    <dgm:pt modelId="{5630DB86-7842-4F64-AA6A-30EE79E9911F}" type="pres">
      <dgm:prSet presAssocID="{FA6339AE-97B5-4282-894B-685E658AC8BC}" presName="Name0" presStyleCnt="0">
        <dgm:presLayoutVars>
          <dgm:dir/>
          <dgm:resizeHandles val="exact"/>
        </dgm:presLayoutVars>
      </dgm:prSet>
      <dgm:spPr/>
    </dgm:pt>
    <dgm:pt modelId="{F50347AF-4E0C-41FC-8D9E-F59BA0016E00}" type="pres">
      <dgm:prSet presAssocID="{FA6339AE-97B5-4282-894B-685E658AC8BC}" presName="cycle" presStyleCnt="0"/>
      <dgm:spPr/>
    </dgm:pt>
    <dgm:pt modelId="{B9AE4A89-6583-47E6-A295-EDFE27ABB4FD}" type="pres">
      <dgm:prSet presAssocID="{9093A789-2AB3-4C3D-9F28-CC60AF40722B}" presName="nodeFirstNode" presStyleLbl="node1" presStyleIdx="0" presStyleCnt="10">
        <dgm:presLayoutVars>
          <dgm:bulletEnabled val="1"/>
        </dgm:presLayoutVars>
      </dgm:prSet>
      <dgm:spPr/>
    </dgm:pt>
    <dgm:pt modelId="{A17C2645-4436-441A-8CC8-A0F908C8DA4A}" type="pres">
      <dgm:prSet presAssocID="{E51F5434-DD95-4524-85E0-4448A2D0E80D}" presName="sibTransFirstNode" presStyleLbl="bgShp" presStyleIdx="0" presStyleCnt="1"/>
      <dgm:spPr/>
    </dgm:pt>
    <dgm:pt modelId="{22756D69-98E4-4ED4-83F8-F87B2A965B7B}" type="pres">
      <dgm:prSet presAssocID="{844F9396-B852-4ECC-8460-1FCC46AB244C}" presName="nodeFollowingNodes" presStyleLbl="node1" presStyleIdx="1" presStyleCnt="10">
        <dgm:presLayoutVars>
          <dgm:bulletEnabled val="1"/>
        </dgm:presLayoutVars>
      </dgm:prSet>
      <dgm:spPr/>
    </dgm:pt>
    <dgm:pt modelId="{8EC8C348-093E-4704-A973-7557408C846C}" type="pres">
      <dgm:prSet presAssocID="{6292969E-4356-48B0-9102-67950D0ADA34}" presName="nodeFollowingNodes" presStyleLbl="node1" presStyleIdx="2" presStyleCnt="10">
        <dgm:presLayoutVars>
          <dgm:bulletEnabled val="1"/>
        </dgm:presLayoutVars>
      </dgm:prSet>
      <dgm:spPr/>
    </dgm:pt>
    <dgm:pt modelId="{70E9C817-0159-46A7-854F-B212BEF4C56F}" type="pres">
      <dgm:prSet presAssocID="{11E94CF8-259B-4665-89B6-269838363187}" presName="nodeFollowingNodes" presStyleLbl="node1" presStyleIdx="3" presStyleCnt="10">
        <dgm:presLayoutVars>
          <dgm:bulletEnabled val="1"/>
        </dgm:presLayoutVars>
      </dgm:prSet>
      <dgm:spPr/>
    </dgm:pt>
    <dgm:pt modelId="{6EE529AC-7DE1-4D13-86E8-A4F2963295D9}" type="pres">
      <dgm:prSet presAssocID="{6A19BAC2-2723-4681-90FF-604AF38AC462}" presName="nodeFollowingNodes" presStyleLbl="node1" presStyleIdx="4" presStyleCnt="10">
        <dgm:presLayoutVars>
          <dgm:bulletEnabled val="1"/>
        </dgm:presLayoutVars>
      </dgm:prSet>
      <dgm:spPr/>
    </dgm:pt>
    <dgm:pt modelId="{CBEE1B98-FE67-4DCA-BE52-E55A6A57FB0C}" type="pres">
      <dgm:prSet presAssocID="{EEA869AA-8AF1-4364-92DC-DF035B1F628A}" presName="nodeFollowingNodes" presStyleLbl="node1" presStyleIdx="5" presStyleCnt="10">
        <dgm:presLayoutVars>
          <dgm:bulletEnabled val="1"/>
        </dgm:presLayoutVars>
      </dgm:prSet>
      <dgm:spPr/>
    </dgm:pt>
    <dgm:pt modelId="{C7A57A71-A690-42C2-A0A1-ED6E3E07ADE3}" type="pres">
      <dgm:prSet presAssocID="{87558681-2575-44A6-A863-0CEEAF8F3DEB}" presName="nodeFollowingNodes" presStyleLbl="node1" presStyleIdx="6" presStyleCnt="10">
        <dgm:presLayoutVars>
          <dgm:bulletEnabled val="1"/>
        </dgm:presLayoutVars>
      </dgm:prSet>
      <dgm:spPr/>
    </dgm:pt>
    <dgm:pt modelId="{FB3D15BC-98A6-454F-9E97-335C8639B50E}" type="pres">
      <dgm:prSet presAssocID="{75B9A8BB-CAE5-4157-A7D1-F86D4C42C1AD}" presName="nodeFollowingNodes" presStyleLbl="node1" presStyleIdx="7" presStyleCnt="10">
        <dgm:presLayoutVars>
          <dgm:bulletEnabled val="1"/>
        </dgm:presLayoutVars>
      </dgm:prSet>
      <dgm:spPr/>
    </dgm:pt>
    <dgm:pt modelId="{9BF1D27A-2990-4D07-8977-AA3440220EFF}" type="pres">
      <dgm:prSet presAssocID="{FAE0BA44-DAFE-47F3-8F78-43CCDC3DCFA3}" presName="nodeFollowingNodes" presStyleLbl="node1" presStyleIdx="8" presStyleCnt="10">
        <dgm:presLayoutVars>
          <dgm:bulletEnabled val="1"/>
        </dgm:presLayoutVars>
      </dgm:prSet>
      <dgm:spPr/>
    </dgm:pt>
    <dgm:pt modelId="{7DC4CDFE-FEE9-4EB7-AEE1-EA8875B8EBF1}" type="pres">
      <dgm:prSet presAssocID="{4F68EA6C-0C9E-4A02-9654-9D717605BC92}" presName="nodeFollowingNodes" presStyleLbl="node1" presStyleIdx="9" presStyleCnt="10">
        <dgm:presLayoutVars>
          <dgm:bulletEnabled val="1"/>
        </dgm:presLayoutVars>
      </dgm:prSet>
      <dgm:spPr/>
    </dgm:pt>
  </dgm:ptLst>
  <dgm:cxnLst>
    <dgm:cxn modelId="{D16D1024-4964-45B2-848B-20FF63E14E79}" srcId="{FA6339AE-97B5-4282-894B-685E658AC8BC}" destId="{87558681-2575-44A6-A863-0CEEAF8F3DEB}" srcOrd="6" destOrd="0" parTransId="{9A0D4DA4-F133-4385-AE56-FBEFF340469D}" sibTransId="{DB6BB32F-7E74-4659-BB95-FA604CD54676}"/>
    <dgm:cxn modelId="{FDCC8F2F-242A-4939-896C-45CE8E1FD8B2}" type="presOf" srcId="{11E94CF8-259B-4665-89B6-269838363187}" destId="{70E9C817-0159-46A7-854F-B212BEF4C56F}" srcOrd="0" destOrd="0" presId="urn:microsoft.com/office/officeart/2005/8/layout/cycle3"/>
    <dgm:cxn modelId="{7522D33C-8CE6-4623-B89B-0E0471644106}" srcId="{FA6339AE-97B5-4282-894B-685E658AC8BC}" destId="{EEA869AA-8AF1-4364-92DC-DF035B1F628A}" srcOrd="5" destOrd="0" parTransId="{5FC794A9-751D-4FF6-AAD7-BA3CA7451621}" sibTransId="{71330EF1-0FA7-4090-87DD-9F3C8BB96749}"/>
    <dgm:cxn modelId="{8136545C-BA2A-4BEC-800E-BA40B649DE81}" srcId="{FA6339AE-97B5-4282-894B-685E658AC8BC}" destId="{11E94CF8-259B-4665-89B6-269838363187}" srcOrd="3" destOrd="0" parTransId="{35379799-B242-4D9E-8236-0486C06B140F}" sibTransId="{2EBBA256-9C7D-419F-B6E1-C3AB77B8D5BD}"/>
    <dgm:cxn modelId="{3373415E-757E-4F56-890C-B0EF95451928}" srcId="{FA6339AE-97B5-4282-894B-685E658AC8BC}" destId="{4F68EA6C-0C9E-4A02-9654-9D717605BC92}" srcOrd="9" destOrd="0" parTransId="{43ABB38D-0B9F-468A-BC06-2F92B7DDD572}" sibTransId="{75C0B4F0-EF8E-4D43-8B49-D0429CD3B28C}"/>
    <dgm:cxn modelId="{70C5DD61-AB06-4056-BACC-0F55D876B17A}" type="presOf" srcId="{EEA869AA-8AF1-4364-92DC-DF035B1F628A}" destId="{CBEE1B98-FE67-4DCA-BE52-E55A6A57FB0C}" srcOrd="0" destOrd="0" presId="urn:microsoft.com/office/officeart/2005/8/layout/cycle3"/>
    <dgm:cxn modelId="{0AC93B46-8CF1-40F2-8D64-26D397716C9C}" type="presOf" srcId="{6A19BAC2-2723-4681-90FF-604AF38AC462}" destId="{6EE529AC-7DE1-4D13-86E8-A4F2963295D9}" srcOrd="0" destOrd="0" presId="urn:microsoft.com/office/officeart/2005/8/layout/cycle3"/>
    <dgm:cxn modelId="{EBA33B48-4D14-4691-BFF6-F72F95D917CD}" type="presOf" srcId="{87558681-2575-44A6-A863-0CEEAF8F3DEB}" destId="{C7A57A71-A690-42C2-A0A1-ED6E3E07ADE3}" srcOrd="0" destOrd="0" presId="urn:microsoft.com/office/officeart/2005/8/layout/cycle3"/>
    <dgm:cxn modelId="{56DFF249-0582-4289-B794-B7C49BFB43E8}" srcId="{FA6339AE-97B5-4282-894B-685E658AC8BC}" destId="{75B9A8BB-CAE5-4157-A7D1-F86D4C42C1AD}" srcOrd="7" destOrd="0" parTransId="{A9AA2ECA-E128-451E-9D3F-706AD6C0D4AD}" sibTransId="{648089AC-F33A-4646-A5DD-5EA151278762}"/>
    <dgm:cxn modelId="{B5E0A86F-3A17-464E-A486-8F8543C4BD8D}" srcId="{FA6339AE-97B5-4282-894B-685E658AC8BC}" destId="{6A19BAC2-2723-4681-90FF-604AF38AC462}" srcOrd="4" destOrd="0" parTransId="{1075374F-CFAB-4650-829F-7506BDBCBACF}" sibTransId="{30FF558F-E7A7-4996-BE16-F91BA44BFD46}"/>
    <dgm:cxn modelId="{74800579-C5CA-4CC7-8613-A52597C0C205}" type="presOf" srcId="{4F68EA6C-0C9E-4A02-9654-9D717605BC92}" destId="{7DC4CDFE-FEE9-4EB7-AEE1-EA8875B8EBF1}" srcOrd="0" destOrd="0" presId="urn:microsoft.com/office/officeart/2005/8/layout/cycle3"/>
    <dgm:cxn modelId="{5AC23079-808B-4C96-967D-D12031D5A557}" type="presOf" srcId="{9093A789-2AB3-4C3D-9F28-CC60AF40722B}" destId="{B9AE4A89-6583-47E6-A295-EDFE27ABB4FD}" srcOrd="0" destOrd="0" presId="urn:microsoft.com/office/officeart/2005/8/layout/cycle3"/>
    <dgm:cxn modelId="{6432187E-5EA8-4BD4-B9DC-A3295A6F0C04}" srcId="{FA6339AE-97B5-4282-894B-685E658AC8BC}" destId="{844F9396-B852-4ECC-8460-1FCC46AB244C}" srcOrd="1" destOrd="0" parTransId="{251AC6E6-E255-416F-B858-44FC2A3D1E40}" sibTransId="{D4AE503B-3447-4722-9B36-1ADBCE6FC221}"/>
    <dgm:cxn modelId="{2AF0C298-A623-4537-867A-439DD1D08A5B}" type="presOf" srcId="{E51F5434-DD95-4524-85E0-4448A2D0E80D}" destId="{A17C2645-4436-441A-8CC8-A0F908C8DA4A}" srcOrd="0" destOrd="0" presId="urn:microsoft.com/office/officeart/2005/8/layout/cycle3"/>
    <dgm:cxn modelId="{4AD7E1B9-C6EC-4685-B581-73772A8720E2}" type="presOf" srcId="{FA6339AE-97B5-4282-894B-685E658AC8BC}" destId="{5630DB86-7842-4F64-AA6A-30EE79E9911F}" srcOrd="0" destOrd="0" presId="urn:microsoft.com/office/officeart/2005/8/layout/cycle3"/>
    <dgm:cxn modelId="{98C779BC-0A03-4C2B-8F5B-70C35B291666}" srcId="{FA6339AE-97B5-4282-894B-685E658AC8BC}" destId="{9093A789-2AB3-4C3D-9F28-CC60AF40722B}" srcOrd="0" destOrd="0" parTransId="{5774B1B5-BCE5-436F-9FE9-34C3734D50BE}" sibTransId="{E51F5434-DD95-4524-85E0-4448A2D0E80D}"/>
    <dgm:cxn modelId="{DC71FECD-B6CD-4A57-8E81-0D1E18383499}" srcId="{FA6339AE-97B5-4282-894B-685E658AC8BC}" destId="{6292969E-4356-48B0-9102-67950D0ADA34}" srcOrd="2" destOrd="0" parTransId="{2FE2528E-16B5-42DE-8D25-10E36727BFE2}" sibTransId="{9717BE98-4C29-41D0-AF77-E9532C9D9788}"/>
    <dgm:cxn modelId="{C9A30AD5-0718-45A8-8F05-C8AC267906EE}" type="presOf" srcId="{844F9396-B852-4ECC-8460-1FCC46AB244C}" destId="{22756D69-98E4-4ED4-83F8-F87B2A965B7B}" srcOrd="0" destOrd="0" presId="urn:microsoft.com/office/officeart/2005/8/layout/cycle3"/>
    <dgm:cxn modelId="{728F8BDE-AFA2-4E87-8DBD-B2C8226DBB1E}" type="presOf" srcId="{FAE0BA44-DAFE-47F3-8F78-43CCDC3DCFA3}" destId="{9BF1D27A-2990-4D07-8977-AA3440220EFF}" srcOrd="0" destOrd="0" presId="urn:microsoft.com/office/officeart/2005/8/layout/cycle3"/>
    <dgm:cxn modelId="{ECD523EC-708D-4B9E-AC19-83D492CADA3B}" type="presOf" srcId="{75B9A8BB-CAE5-4157-A7D1-F86D4C42C1AD}" destId="{FB3D15BC-98A6-454F-9E97-335C8639B50E}" srcOrd="0" destOrd="0" presId="urn:microsoft.com/office/officeart/2005/8/layout/cycle3"/>
    <dgm:cxn modelId="{1B1688F0-826C-4B4B-A75A-7A0E88DDD78F}" srcId="{FA6339AE-97B5-4282-894B-685E658AC8BC}" destId="{FAE0BA44-DAFE-47F3-8F78-43CCDC3DCFA3}" srcOrd="8" destOrd="0" parTransId="{7DD79882-1748-463D-AE25-31FCFA6BEDCD}" sibTransId="{6984E4BE-603D-4E38-817F-25B8E12C50AF}"/>
    <dgm:cxn modelId="{0AE687F5-6F1F-46F7-9370-511F02BF729F}" type="presOf" srcId="{6292969E-4356-48B0-9102-67950D0ADA34}" destId="{8EC8C348-093E-4704-A973-7557408C846C}" srcOrd="0" destOrd="0" presId="urn:microsoft.com/office/officeart/2005/8/layout/cycle3"/>
    <dgm:cxn modelId="{2945B445-8A7C-4123-9795-F4E2C43A6C06}" type="presParOf" srcId="{5630DB86-7842-4F64-AA6A-30EE79E9911F}" destId="{F50347AF-4E0C-41FC-8D9E-F59BA0016E00}" srcOrd="0" destOrd="0" presId="urn:microsoft.com/office/officeart/2005/8/layout/cycle3"/>
    <dgm:cxn modelId="{980EF63F-B077-4A17-A915-F20AC6889312}" type="presParOf" srcId="{F50347AF-4E0C-41FC-8D9E-F59BA0016E00}" destId="{B9AE4A89-6583-47E6-A295-EDFE27ABB4FD}" srcOrd="0" destOrd="0" presId="urn:microsoft.com/office/officeart/2005/8/layout/cycle3"/>
    <dgm:cxn modelId="{9798FC0F-390A-43CA-9E9C-E064BD75DF00}" type="presParOf" srcId="{F50347AF-4E0C-41FC-8D9E-F59BA0016E00}" destId="{A17C2645-4436-441A-8CC8-A0F908C8DA4A}" srcOrd="1" destOrd="0" presId="urn:microsoft.com/office/officeart/2005/8/layout/cycle3"/>
    <dgm:cxn modelId="{40570346-1E66-42E2-881F-3E27A003DB17}" type="presParOf" srcId="{F50347AF-4E0C-41FC-8D9E-F59BA0016E00}" destId="{22756D69-98E4-4ED4-83F8-F87B2A965B7B}" srcOrd="2" destOrd="0" presId="urn:microsoft.com/office/officeart/2005/8/layout/cycle3"/>
    <dgm:cxn modelId="{53300477-5DDC-41A3-92B6-D7EC17348505}" type="presParOf" srcId="{F50347AF-4E0C-41FC-8D9E-F59BA0016E00}" destId="{8EC8C348-093E-4704-A973-7557408C846C}" srcOrd="3" destOrd="0" presId="urn:microsoft.com/office/officeart/2005/8/layout/cycle3"/>
    <dgm:cxn modelId="{A6999FF2-2DB2-46FD-9A14-6F0036452D88}" type="presParOf" srcId="{F50347AF-4E0C-41FC-8D9E-F59BA0016E00}" destId="{70E9C817-0159-46A7-854F-B212BEF4C56F}" srcOrd="4" destOrd="0" presId="urn:microsoft.com/office/officeart/2005/8/layout/cycle3"/>
    <dgm:cxn modelId="{543ADA30-8799-49B8-BE16-5323115EB02C}" type="presParOf" srcId="{F50347AF-4E0C-41FC-8D9E-F59BA0016E00}" destId="{6EE529AC-7DE1-4D13-86E8-A4F2963295D9}" srcOrd="5" destOrd="0" presId="urn:microsoft.com/office/officeart/2005/8/layout/cycle3"/>
    <dgm:cxn modelId="{160641BC-EAB3-42CC-9615-6DB156C0E4C1}" type="presParOf" srcId="{F50347AF-4E0C-41FC-8D9E-F59BA0016E00}" destId="{CBEE1B98-FE67-4DCA-BE52-E55A6A57FB0C}" srcOrd="6" destOrd="0" presId="urn:microsoft.com/office/officeart/2005/8/layout/cycle3"/>
    <dgm:cxn modelId="{46622BF7-D545-41FA-A042-C885A18C1895}" type="presParOf" srcId="{F50347AF-4E0C-41FC-8D9E-F59BA0016E00}" destId="{C7A57A71-A690-42C2-A0A1-ED6E3E07ADE3}" srcOrd="7" destOrd="0" presId="urn:microsoft.com/office/officeart/2005/8/layout/cycle3"/>
    <dgm:cxn modelId="{D0A39B2B-095A-4529-B43B-3A1B496297A8}" type="presParOf" srcId="{F50347AF-4E0C-41FC-8D9E-F59BA0016E00}" destId="{FB3D15BC-98A6-454F-9E97-335C8639B50E}" srcOrd="8" destOrd="0" presId="urn:microsoft.com/office/officeart/2005/8/layout/cycle3"/>
    <dgm:cxn modelId="{E4B8F5A8-4123-4AFD-8456-7465E6FD5CDC}" type="presParOf" srcId="{F50347AF-4E0C-41FC-8D9E-F59BA0016E00}" destId="{9BF1D27A-2990-4D07-8977-AA3440220EFF}" srcOrd="9" destOrd="0" presId="urn:microsoft.com/office/officeart/2005/8/layout/cycle3"/>
    <dgm:cxn modelId="{339F305A-64FC-4A0B-AFDB-52ADDF515118}" type="presParOf" srcId="{F50347AF-4E0C-41FC-8D9E-F59BA0016E00}" destId="{7DC4CDFE-FEE9-4EB7-AEE1-EA8875B8EBF1}" srcOrd="10" destOrd="0" presId="urn:microsoft.com/office/officeart/2005/8/layout/cycle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AD4422E-8832-4CE0-BA7E-610E1B7D4D7F}"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9848ECD0-CE84-4B17-8386-849E19F1461B}">
      <dgm:prSet/>
      <dgm:spPr/>
      <dgm:t>
        <a:bodyPr/>
        <a:lstStyle/>
        <a:p>
          <a:r>
            <a:rPr lang="en-US" b="1"/>
            <a:t>Background: </a:t>
          </a:r>
          <a:r>
            <a:rPr lang="en-US"/>
            <a:t>Climate forecasting is vital for disaster management, agriculture, and infrastructure planning. It helps predict weather patterns, minimize the impact of extreme events, optimize agricultural practices, and strengthen infrastructure resilience, enabling better decision-making and long-term planning.</a:t>
          </a:r>
        </a:p>
      </dgm:t>
    </dgm:pt>
    <dgm:pt modelId="{176D53F8-FE8F-46B7-B0E9-A075D923C564}" type="parTrans" cxnId="{ACE97677-D1B1-41B6-BC25-15838DC6639A}">
      <dgm:prSet/>
      <dgm:spPr/>
      <dgm:t>
        <a:bodyPr/>
        <a:lstStyle/>
        <a:p>
          <a:endParaRPr lang="en-US"/>
        </a:p>
      </dgm:t>
    </dgm:pt>
    <dgm:pt modelId="{8C160FA6-DF2D-4D5F-9C78-927DC9FE330F}" type="sibTrans" cxnId="{ACE97677-D1B1-41B6-BC25-15838DC6639A}">
      <dgm:prSet/>
      <dgm:spPr/>
      <dgm:t>
        <a:bodyPr/>
        <a:lstStyle/>
        <a:p>
          <a:endParaRPr lang="en-US"/>
        </a:p>
      </dgm:t>
    </dgm:pt>
    <dgm:pt modelId="{61CF6F23-9486-4380-A537-BA6B58D74F6C}">
      <dgm:prSet/>
      <dgm:spPr/>
      <dgm:t>
        <a:bodyPr/>
        <a:lstStyle/>
        <a:p>
          <a:r>
            <a:rPr lang="en-US" b="1"/>
            <a:t>Problem: </a:t>
          </a:r>
          <a:r>
            <a:rPr lang="en-US" b="0"/>
            <a:t>Traditional forecasting methods struggle to accurately predict climate patterns because they can't effectively handle the complex and nonlinear nature of climate data. These methods often miss important relationships in the data, leading to less reliable forecasts.</a:t>
          </a:r>
        </a:p>
      </dgm:t>
    </dgm:pt>
    <dgm:pt modelId="{0F804B01-2CA3-46E5-8EEF-F4B68D3336C5}" type="parTrans" cxnId="{E7E3C6B9-4722-4AF4-B3CC-2340D1812B43}">
      <dgm:prSet/>
      <dgm:spPr/>
      <dgm:t>
        <a:bodyPr/>
        <a:lstStyle/>
        <a:p>
          <a:endParaRPr lang="en-US"/>
        </a:p>
      </dgm:t>
    </dgm:pt>
    <dgm:pt modelId="{09DA22AD-C1DF-4194-B342-7C4D4C811F4B}" type="sibTrans" cxnId="{E7E3C6B9-4722-4AF4-B3CC-2340D1812B43}">
      <dgm:prSet/>
      <dgm:spPr/>
      <dgm:t>
        <a:bodyPr/>
        <a:lstStyle/>
        <a:p>
          <a:endParaRPr lang="en-US"/>
        </a:p>
      </dgm:t>
    </dgm:pt>
    <dgm:pt modelId="{61642023-F05E-4564-85D3-928714427A36}">
      <dgm:prSet/>
      <dgm:spPr/>
      <dgm:t>
        <a:bodyPr/>
        <a:lstStyle/>
        <a:p>
          <a:r>
            <a:rPr lang="en-US" b="1"/>
            <a:t>Solution: </a:t>
          </a:r>
          <a:r>
            <a:rPr lang="en-US"/>
            <a:t>A deep learning-based climate forecasting system that integrates multi-sensor data for accurate short-term temperature predictions.</a:t>
          </a:r>
        </a:p>
      </dgm:t>
    </dgm:pt>
    <dgm:pt modelId="{E8315F35-AE5C-4031-AADE-330B9C948D2A}" type="parTrans" cxnId="{B8793775-81C0-4E75-A950-9EA9CFE1EA43}">
      <dgm:prSet/>
      <dgm:spPr/>
      <dgm:t>
        <a:bodyPr/>
        <a:lstStyle/>
        <a:p>
          <a:endParaRPr lang="en-US"/>
        </a:p>
      </dgm:t>
    </dgm:pt>
    <dgm:pt modelId="{EFB68177-9FC9-4D5D-8D36-E083080562B6}" type="sibTrans" cxnId="{B8793775-81C0-4E75-A950-9EA9CFE1EA43}">
      <dgm:prSet/>
      <dgm:spPr/>
      <dgm:t>
        <a:bodyPr/>
        <a:lstStyle/>
        <a:p>
          <a:endParaRPr lang="en-US"/>
        </a:p>
      </dgm:t>
    </dgm:pt>
    <dgm:pt modelId="{EAD38C12-FC6C-434A-A9D7-C0A1B619DAFA}" type="pres">
      <dgm:prSet presAssocID="{8AD4422E-8832-4CE0-BA7E-610E1B7D4D7F}" presName="root" presStyleCnt="0">
        <dgm:presLayoutVars>
          <dgm:dir/>
          <dgm:resizeHandles val="exact"/>
        </dgm:presLayoutVars>
      </dgm:prSet>
      <dgm:spPr/>
    </dgm:pt>
    <dgm:pt modelId="{418D148B-DC6C-4639-82BB-E0A5670DAECB}" type="pres">
      <dgm:prSet presAssocID="{9848ECD0-CE84-4B17-8386-849E19F1461B}" presName="compNode" presStyleCnt="0"/>
      <dgm:spPr/>
    </dgm:pt>
    <dgm:pt modelId="{2131226D-087A-4CF0-9594-2938FB5840AC}" type="pres">
      <dgm:prSet presAssocID="{9848ECD0-CE84-4B17-8386-849E19F1461B}"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Lightning"/>
        </a:ext>
      </dgm:extLst>
    </dgm:pt>
    <dgm:pt modelId="{A600575A-56BE-4EA1-BC7F-F1805081D5AD}" type="pres">
      <dgm:prSet presAssocID="{9848ECD0-CE84-4B17-8386-849E19F1461B}" presName="spaceRect" presStyleCnt="0"/>
      <dgm:spPr/>
    </dgm:pt>
    <dgm:pt modelId="{8D138527-B5D8-496E-88D0-4CEFB2A7BFBF}" type="pres">
      <dgm:prSet presAssocID="{9848ECD0-CE84-4B17-8386-849E19F1461B}" presName="textRect" presStyleLbl="revTx" presStyleIdx="0" presStyleCnt="3">
        <dgm:presLayoutVars>
          <dgm:chMax val="1"/>
          <dgm:chPref val="1"/>
        </dgm:presLayoutVars>
      </dgm:prSet>
      <dgm:spPr/>
    </dgm:pt>
    <dgm:pt modelId="{F37C31E5-A1FF-44B9-9C4D-C4AC292F6040}" type="pres">
      <dgm:prSet presAssocID="{8C160FA6-DF2D-4D5F-9C78-927DC9FE330F}" presName="sibTrans" presStyleCnt="0"/>
      <dgm:spPr/>
    </dgm:pt>
    <dgm:pt modelId="{4721BC89-9225-4518-8E94-45AC2BEFACA5}" type="pres">
      <dgm:prSet presAssocID="{61CF6F23-9486-4380-A537-BA6B58D74F6C}" presName="compNode" presStyleCnt="0"/>
      <dgm:spPr/>
    </dgm:pt>
    <dgm:pt modelId="{0988D802-156B-4F35-86C3-726593029D9C}" type="pres">
      <dgm:prSet presAssocID="{61CF6F23-9486-4380-A537-BA6B58D74F6C}"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Rainy scene"/>
        </a:ext>
      </dgm:extLst>
    </dgm:pt>
    <dgm:pt modelId="{98C70D68-7BB3-445C-85CC-529028E45638}" type="pres">
      <dgm:prSet presAssocID="{61CF6F23-9486-4380-A537-BA6B58D74F6C}" presName="spaceRect" presStyleCnt="0"/>
      <dgm:spPr/>
    </dgm:pt>
    <dgm:pt modelId="{CB3E62F6-DED8-490A-95DC-57B29A2F5265}" type="pres">
      <dgm:prSet presAssocID="{61CF6F23-9486-4380-A537-BA6B58D74F6C}" presName="textRect" presStyleLbl="revTx" presStyleIdx="1" presStyleCnt="3">
        <dgm:presLayoutVars>
          <dgm:chMax val="1"/>
          <dgm:chPref val="1"/>
        </dgm:presLayoutVars>
      </dgm:prSet>
      <dgm:spPr/>
    </dgm:pt>
    <dgm:pt modelId="{3BA18028-27BB-45BD-B590-188AA2488210}" type="pres">
      <dgm:prSet presAssocID="{09DA22AD-C1DF-4194-B342-7C4D4C811F4B}" presName="sibTrans" presStyleCnt="0"/>
      <dgm:spPr/>
    </dgm:pt>
    <dgm:pt modelId="{86DE8990-1643-49AF-9A51-4F2BA23A3E49}" type="pres">
      <dgm:prSet presAssocID="{61642023-F05E-4564-85D3-928714427A36}" presName="compNode" presStyleCnt="0"/>
      <dgm:spPr/>
    </dgm:pt>
    <dgm:pt modelId="{98D24154-C1F8-4EED-BF4A-F13F1AA5B90A}" type="pres">
      <dgm:prSet presAssocID="{61642023-F05E-4564-85D3-928714427A36}"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artial Sun"/>
        </a:ext>
      </dgm:extLst>
    </dgm:pt>
    <dgm:pt modelId="{B2238DD8-A831-4DF1-9509-0080C7E7D3AF}" type="pres">
      <dgm:prSet presAssocID="{61642023-F05E-4564-85D3-928714427A36}" presName="spaceRect" presStyleCnt="0"/>
      <dgm:spPr/>
    </dgm:pt>
    <dgm:pt modelId="{879C3D8A-492C-4DC9-B521-E7ADF8F9381F}" type="pres">
      <dgm:prSet presAssocID="{61642023-F05E-4564-85D3-928714427A36}" presName="textRect" presStyleLbl="revTx" presStyleIdx="2" presStyleCnt="3">
        <dgm:presLayoutVars>
          <dgm:chMax val="1"/>
          <dgm:chPref val="1"/>
        </dgm:presLayoutVars>
      </dgm:prSet>
      <dgm:spPr/>
    </dgm:pt>
  </dgm:ptLst>
  <dgm:cxnLst>
    <dgm:cxn modelId="{C24CC32C-FED0-4556-9F87-500A425F0110}" type="presOf" srcId="{61642023-F05E-4564-85D3-928714427A36}" destId="{879C3D8A-492C-4DC9-B521-E7ADF8F9381F}" srcOrd="0" destOrd="0" presId="urn:microsoft.com/office/officeart/2018/2/layout/IconLabelList"/>
    <dgm:cxn modelId="{8FE18966-963B-4479-A38D-675931E83A4A}" type="presOf" srcId="{9848ECD0-CE84-4B17-8386-849E19F1461B}" destId="{8D138527-B5D8-496E-88D0-4CEFB2A7BFBF}" srcOrd="0" destOrd="0" presId="urn:microsoft.com/office/officeart/2018/2/layout/IconLabelList"/>
    <dgm:cxn modelId="{B8793775-81C0-4E75-A950-9EA9CFE1EA43}" srcId="{8AD4422E-8832-4CE0-BA7E-610E1B7D4D7F}" destId="{61642023-F05E-4564-85D3-928714427A36}" srcOrd="2" destOrd="0" parTransId="{E8315F35-AE5C-4031-AADE-330B9C948D2A}" sibTransId="{EFB68177-9FC9-4D5D-8D36-E083080562B6}"/>
    <dgm:cxn modelId="{ACE97677-D1B1-41B6-BC25-15838DC6639A}" srcId="{8AD4422E-8832-4CE0-BA7E-610E1B7D4D7F}" destId="{9848ECD0-CE84-4B17-8386-849E19F1461B}" srcOrd="0" destOrd="0" parTransId="{176D53F8-FE8F-46B7-B0E9-A075D923C564}" sibTransId="{8C160FA6-DF2D-4D5F-9C78-927DC9FE330F}"/>
    <dgm:cxn modelId="{FEDE6D8F-F13C-4A5E-839C-8BAE83DACC6A}" type="presOf" srcId="{61CF6F23-9486-4380-A537-BA6B58D74F6C}" destId="{CB3E62F6-DED8-490A-95DC-57B29A2F5265}" srcOrd="0" destOrd="0" presId="urn:microsoft.com/office/officeart/2018/2/layout/IconLabelList"/>
    <dgm:cxn modelId="{E7E3C6B9-4722-4AF4-B3CC-2340D1812B43}" srcId="{8AD4422E-8832-4CE0-BA7E-610E1B7D4D7F}" destId="{61CF6F23-9486-4380-A537-BA6B58D74F6C}" srcOrd="1" destOrd="0" parTransId="{0F804B01-2CA3-46E5-8EEF-F4B68D3336C5}" sibTransId="{09DA22AD-C1DF-4194-B342-7C4D4C811F4B}"/>
    <dgm:cxn modelId="{97814ABF-B60B-4C06-B766-90DD423145A1}" type="presOf" srcId="{8AD4422E-8832-4CE0-BA7E-610E1B7D4D7F}" destId="{EAD38C12-FC6C-434A-A9D7-C0A1B619DAFA}" srcOrd="0" destOrd="0" presId="urn:microsoft.com/office/officeart/2018/2/layout/IconLabelList"/>
    <dgm:cxn modelId="{36DDD9C1-A1BB-49EC-A4C6-7C7E88B58357}" type="presParOf" srcId="{EAD38C12-FC6C-434A-A9D7-C0A1B619DAFA}" destId="{418D148B-DC6C-4639-82BB-E0A5670DAECB}" srcOrd="0" destOrd="0" presId="urn:microsoft.com/office/officeart/2018/2/layout/IconLabelList"/>
    <dgm:cxn modelId="{B68939EE-4B5A-40CE-98EE-4597E807F552}" type="presParOf" srcId="{418D148B-DC6C-4639-82BB-E0A5670DAECB}" destId="{2131226D-087A-4CF0-9594-2938FB5840AC}" srcOrd="0" destOrd="0" presId="urn:microsoft.com/office/officeart/2018/2/layout/IconLabelList"/>
    <dgm:cxn modelId="{7C8E1949-5E5F-441F-B7B2-20305366B72B}" type="presParOf" srcId="{418D148B-DC6C-4639-82BB-E0A5670DAECB}" destId="{A600575A-56BE-4EA1-BC7F-F1805081D5AD}" srcOrd="1" destOrd="0" presId="urn:microsoft.com/office/officeart/2018/2/layout/IconLabelList"/>
    <dgm:cxn modelId="{33576489-BF30-4AFA-9DC6-2732134B62DA}" type="presParOf" srcId="{418D148B-DC6C-4639-82BB-E0A5670DAECB}" destId="{8D138527-B5D8-496E-88D0-4CEFB2A7BFBF}" srcOrd="2" destOrd="0" presId="urn:microsoft.com/office/officeart/2018/2/layout/IconLabelList"/>
    <dgm:cxn modelId="{D52F0B39-411E-4266-A338-84032817FFC1}" type="presParOf" srcId="{EAD38C12-FC6C-434A-A9D7-C0A1B619DAFA}" destId="{F37C31E5-A1FF-44B9-9C4D-C4AC292F6040}" srcOrd="1" destOrd="0" presId="urn:microsoft.com/office/officeart/2018/2/layout/IconLabelList"/>
    <dgm:cxn modelId="{FB0441D2-AD6B-46BA-A89D-66F927E8C4FF}" type="presParOf" srcId="{EAD38C12-FC6C-434A-A9D7-C0A1B619DAFA}" destId="{4721BC89-9225-4518-8E94-45AC2BEFACA5}" srcOrd="2" destOrd="0" presId="urn:microsoft.com/office/officeart/2018/2/layout/IconLabelList"/>
    <dgm:cxn modelId="{7DCCE709-91F3-4F81-B7AF-9E3C36098DA1}" type="presParOf" srcId="{4721BC89-9225-4518-8E94-45AC2BEFACA5}" destId="{0988D802-156B-4F35-86C3-726593029D9C}" srcOrd="0" destOrd="0" presId="urn:microsoft.com/office/officeart/2018/2/layout/IconLabelList"/>
    <dgm:cxn modelId="{D5F7B7E1-6612-4FE0-8005-7FDFAC6D238C}" type="presParOf" srcId="{4721BC89-9225-4518-8E94-45AC2BEFACA5}" destId="{98C70D68-7BB3-445C-85CC-529028E45638}" srcOrd="1" destOrd="0" presId="urn:microsoft.com/office/officeart/2018/2/layout/IconLabelList"/>
    <dgm:cxn modelId="{A7077308-DAF4-4080-9B2F-69B5596711A7}" type="presParOf" srcId="{4721BC89-9225-4518-8E94-45AC2BEFACA5}" destId="{CB3E62F6-DED8-490A-95DC-57B29A2F5265}" srcOrd="2" destOrd="0" presId="urn:microsoft.com/office/officeart/2018/2/layout/IconLabelList"/>
    <dgm:cxn modelId="{067F38ED-0E18-4F34-BA6A-3B260A291179}" type="presParOf" srcId="{EAD38C12-FC6C-434A-A9D7-C0A1B619DAFA}" destId="{3BA18028-27BB-45BD-B590-188AA2488210}" srcOrd="3" destOrd="0" presId="urn:microsoft.com/office/officeart/2018/2/layout/IconLabelList"/>
    <dgm:cxn modelId="{66D73C7D-324A-428D-A929-F8A515FD98FC}" type="presParOf" srcId="{EAD38C12-FC6C-434A-A9D7-C0A1B619DAFA}" destId="{86DE8990-1643-49AF-9A51-4F2BA23A3E49}" srcOrd="4" destOrd="0" presId="urn:microsoft.com/office/officeart/2018/2/layout/IconLabelList"/>
    <dgm:cxn modelId="{DCBCE6F5-C4EE-4ABB-9C92-F0E04BF07260}" type="presParOf" srcId="{86DE8990-1643-49AF-9A51-4F2BA23A3E49}" destId="{98D24154-C1F8-4EED-BF4A-F13F1AA5B90A}" srcOrd="0" destOrd="0" presId="urn:microsoft.com/office/officeart/2018/2/layout/IconLabelList"/>
    <dgm:cxn modelId="{8171EF89-BB68-4F0A-9C0E-4CC04C3778B3}" type="presParOf" srcId="{86DE8990-1643-49AF-9A51-4F2BA23A3E49}" destId="{B2238DD8-A831-4DF1-9509-0080C7E7D3AF}" srcOrd="1" destOrd="0" presId="urn:microsoft.com/office/officeart/2018/2/layout/IconLabelList"/>
    <dgm:cxn modelId="{8B7C54CF-D0CC-47F9-B807-1688EC0D22F5}" type="presParOf" srcId="{86DE8990-1643-49AF-9A51-4F2BA23A3E49}" destId="{879C3D8A-492C-4DC9-B521-E7ADF8F9381F}"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73BE71F-4B73-4C04-8BA9-933C900150B9}"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F68F83CB-3757-4396-9D96-312E21252729}">
      <dgm:prSet/>
      <dgm:spPr/>
      <dgm:t>
        <a:bodyPr/>
        <a:lstStyle/>
        <a:p>
          <a:pPr>
            <a:lnSpc>
              <a:spcPct val="100000"/>
            </a:lnSpc>
          </a:pPr>
          <a:r>
            <a:rPr lang="en-US" dirty="0"/>
            <a:t>Develop a leak-free preprocessing pipeline for multi-sensor data.</a:t>
          </a:r>
        </a:p>
      </dgm:t>
    </dgm:pt>
    <dgm:pt modelId="{CBE6BF3D-5851-4ED8-A9C5-268DA7049DB6}" type="parTrans" cxnId="{79586C80-23B3-4E65-802B-C549C378D509}">
      <dgm:prSet/>
      <dgm:spPr/>
      <dgm:t>
        <a:bodyPr/>
        <a:lstStyle/>
        <a:p>
          <a:endParaRPr lang="en-US"/>
        </a:p>
      </dgm:t>
    </dgm:pt>
    <dgm:pt modelId="{7239F7E0-C369-4ACF-88D7-25AF2B44D9B5}" type="sibTrans" cxnId="{79586C80-23B3-4E65-802B-C549C378D509}">
      <dgm:prSet phldrT="1" phldr="0"/>
      <dgm:spPr/>
      <dgm:t>
        <a:bodyPr/>
        <a:lstStyle/>
        <a:p>
          <a:endParaRPr lang="en-US"/>
        </a:p>
      </dgm:t>
    </dgm:pt>
    <dgm:pt modelId="{3E681388-B871-42E0-BCFD-1095AB835E9B}">
      <dgm:prSet/>
      <dgm:spPr/>
      <dgm:t>
        <a:bodyPr/>
        <a:lstStyle/>
        <a:p>
          <a:pPr>
            <a:lnSpc>
              <a:spcPct val="100000"/>
            </a:lnSpc>
          </a:pPr>
          <a:r>
            <a:rPr lang="en-US" dirty="0"/>
            <a:t>Compare deep learning models for forecasting.</a:t>
          </a:r>
        </a:p>
      </dgm:t>
    </dgm:pt>
    <dgm:pt modelId="{47077BE0-669C-4024-8177-011C33EA215F}" type="parTrans" cxnId="{5081722C-23AD-4428-9375-1DB0107A55B6}">
      <dgm:prSet/>
      <dgm:spPr/>
      <dgm:t>
        <a:bodyPr/>
        <a:lstStyle/>
        <a:p>
          <a:endParaRPr lang="en-US"/>
        </a:p>
      </dgm:t>
    </dgm:pt>
    <dgm:pt modelId="{C7972EF1-79BB-4ECF-AA28-0A3C1E4D743C}" type="sibTrans" cxnId="{5081722C-23AD-4428-9375-1DB0107A55B6}">
      <dgm:prSet phldrT="2" phldr="0"/>
      <dgm:spPr/>
      <dgm:t>
        <a:bodyPr/>
        <a:lstStyle/>
        <a:p>
          <a:endParaRPr lang="en-US"/>
        </a:p>
      </dgm:t>
    </dgm:pt>
    <dgm:pt modelId="{D65E4920-944D-4C8C-8EDA-D0FD665C6B77}">
      <dgm:prSet/>
      <dgm:spPr/>
      <dgm:t>
        <a:bodyPr/>
        <a:lstStyle/>
        <a:p>
          <a:pPr>
            <a:lnSpc>
              <a:spcPct val="100000"/>
            </a:lnSpc>
          </a:pPr>
          <a:r>
            <a:rPr lang="en-US" dirty="0"/>
            <a:t>Optimize the LSTM model for stable generalization and performance.</a:t>
          </a:r>
        </a:p>
      </dgm:t>
    </dgm:pt>
    <dgm:pt modelId="{32E8E629-FDE0-4291-A610-9177AA427900}" type="parTrans" cxnId="{D07C5E22-7E9D-475E-A8BD-182107977B22}">
      <dgm:prSet/>
      <dgm:spPr/>
      <dgm:t>
        <a:bodyPr/>
        <a:lstStyle/>
        <a:p>
          <a:endParaRPr lang="en-US"/>
        </a:p>
      </dgm:t>
    </dgm:pt>
    <dgm:pt modelId="{FC647558-6912-46D1-8728-030D300D1F7D}" type="sibTrans" cxnId="{D07C5E22-7E9D-475E-A8BD-182107977B22}">
      <dgm:prSet phldrT="3" phldr="0"/>
      <dgm:spPr/>
      <dgm:t>
        <a:bodyPr/>
        <a:lstStyle/>
        <a:p>
          <a:endParaRPr lang="en-US"/>
        </a:p>
      </dgm:t>
    </dgm:pt>
    <dgm:pt modelId="{C41CD3EC-B252-4D53-BE79-6D0D49E36951}">
      <dgm:prSet/>
      <dgm:spPr/>
      <dgm:t>
        <a:bodyPr/>
        <a:lstStyle/>
        <a:p>
          <a:pPr>
            <a:lnSpc>
              <a:spcPct val="100000"/>
            </a:lnSpc>
          </a:pPr>
          <a:r>
            <a:rPr lang="en-US" dirty="0"/>
            <a:t>Deploy the best model via a Flask-based web application for practical use.</a:t>
          </a:r>
        </a:p>
      </dgm:t>
    </dgm:pt>
    <dgm:pt modelId="{FE24E55C-5AFE-4F12-BBB5-43AE3BB24A2F}" type="parTrans" cxnId="{301B87A3-C954-4226-B958-91B18BE3B06C}">
      <dgm:prSet/>
      <dgm:spPr/>
      <dgm:t>
        <a:bodyPr/>
        <a:lstStyle/>
        <a:p>
          <a:endParaRPr lang="en-US"/>
        </a:p>
      </dgm:t>
    </dgm:pt>
    <dgm:pt modelId="{CF95B227-DF7B-4F46-B161-0C275D1CBE75}" type="sibTrans" cxnId="{301B87A3-C954-4226-B958-91B18BE3B06C}">
      <dgm:prSet phldrT="4" phldr="0"/>
      <dgm:spPr/>
      <dgm:t>
        <a:bodyPr/>
        <a:lstStyle/>
        <a:p>
          <a:endParaRPr lang="en-US"/>
        </a:p>
      </dgm:t>
    </dgm:pt>
    <dgm:pt modelId="{957AC707-0CEC-48F7-80B3-461EB4A1DDD7}" type="pres">
      <dgm:prSet presAssocID="{773BE71F-4B73-4C04-8BA9-933C900150B9}" presName="root" presStyleCnt="0">
        <dgm:presLayoutVars>
          <dgm:dir/>
          <dgm:resizeHandles val="exact"/>
        </dgm:presLayoutVars>
      </dgm:prSet>
      <dgm:spPr/>
    </dgm:pt>
    <dgm:pt modelId="{B547A0A8-A23F-4F78-B6F4-4810B9C29500}" type="pres">
      <dgm:prSet presAssocID="{F68F83CB-3757-4396-9D96-312E21252729}" presName="compNode" presStyleCnt="0"/>
      <dgm:spPr/>
    </dgm:pt>
    <dgm:pt modelId="{57490025-DE66-4C41-941D-1BE7D3F3B0C2}" type="pres">
      <dgm:prSet presAssocID="{F68F83CB-3757-4396-9D96-312E21252729}" presName="bgRect" presStyleLbl="bgShp" presStyleIdx="0" presStyleCnt="4"/>
      <dgm:spPr/>
    </dgm:pt>
    <dgm:pt modelId="{C90709C3-470F-4532-9C54-B09A2F9A0D64}" type="pres">
      <dgm:prSet presAssocID="{F68F83CB-3757-4396-9D96-312E21252729}"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J"/>
        </a:ext>
      </dgm:extLst>
    </dgm:pt>
    <dgm:pt modelId="{D280B3E7-5E3D-4171-8D6B-24E06E38C0C6}" type="pres">
      <dgm:prSet presAssocID="{F68F83CB-3757-4396-9D96-312E21252729}" presName="spaceRect" presStyleCnt="0"/>
      <dgm:spPr/>
    </dgm:pt>
    <dgm:pt modelId="{BDB50A26-3F18-454E-805F-EB9633456D3A}" type="pres">
      <dgm:prSet presAssocID="{F68F83CB-3757-4396-9D96-312E21252729}" presName="parTx" presStyleLbl="revTx" presStyleIdx="0" presStyleCnt="4">
        <dgm:presLayoutVars>
          <dgm:chMax val="0"/>
          <dgm:chPref val="0"/>
        </dgm:presLayoutVars>
      </dgm:prSet>
      <dgm:spPr/>
    </dgm:pt>
    <dgm:pt modelId="{64372DE2-BDBA-46A5-BFCB-C191877AAFBB}" type="pres">
      <dgm:prSet presAssocID="{7239F7E0-C369-4ACF-88D7-25AF2B44D9B5}" presName="sibTrans" presStyleCnt="0"/>
      <dgm:spPr/>
    </dgm:pt>
    <dgm:pt modelId="{0B52B561-2F67-407F-BF3F-1AAB15EE70BB}" type="pres">
      <dgm:prSet presAssocID="{3E681388-B871-42E0-BCFD-1095AB835E9B}" presName="compNode" presStyleCnt="0"/>
      <dgm:spPr/>
    </dgm:pt>
    <dgm:pt modelId="{B1A3F28B-F3A4-43C7-8A7A-86F19BA54392}" type="pres">
      <dgm:prSet presAssocID="{3E681388-B871-42E0-BCFD-1095AB835E9B}" presName="bgRect" presStyleLbl="bgShp" presStyleIdx="1" presStyleCnt="4"/>
      <dgm:spPr/>
    </dgm:pt>
    <dgm:pt modelId="{7F907ECE-EFC2-4A16-B7F5-DCC3AC78883C}" type="pres">
      <dgm:prSet presAssocID="{3E681388-B871-42E0-BCFD-1095AB835E9B}"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Television"/>
        </a:ext>
      </dgm:extLst>
    </dgm:pt>
    <dgm:pt modelId="{F02C5C1F-B670-4FBC-B5A2-DCD5FE9CAE79}" type="pres">
      <dgm:prSet presAssocID="{3E681388-B871-42E0-BCFD-1095AB835E9B}" presName="spaceRect" presStyleCnt="0"/>
      <dgm:spPr/>
    </dgm:pt>
    <dgm:pt modelId="{3D1187E0-CE98-4DFB-98DE-B604B0E5212E}" type="pres">
      <dgm:prSet presAssocID="{3E681388-B871-42E0-BCFD-1095AB835E9B}" presName="parTx" presStyleLbl="revTx" presStyleIdx="1" presStyleCnt="4">
        <dgm:presLayoutVars>
          <dgm:chMax val="0"/>
          <dgm:chPref val="0"/>
        </dgm:presLayoutVars>
      </dgm:prSet>
      <dgm:spPr/>
    </dgm:pt>
    <dgm:pt modelId="{A972D3B0-D9E3-4059-9CE0-E8F2D2987A8C}" type="pres">
      <dgm:prSet presAssocID="{C7972EF1-79BB-4ECF-AA28-0A3C1E4D743C}" presName="sibTrans" presStyleCnt="0"/>
      <dgm:spPr/>
    </dgm:pt>
    <dgm:pt modelId="{21AC1BFB-F33F-4F80-A327-C0FF6B46C086}" type="pres">
      <dgm:prSet presAssocID="{D65E4920-944D-4C8C-8EDA-D0FD665C6B77}" presName="compNode" presStyleCnt="0"/>
      <dgm:spPr/>
    </dgm:pt>
    <dgm:pt modelId="{46043665-CFAB-4904-9BF3-BD705E43D4C0}" type="pres">
      <dgm:prSet presAssocID="{D65E4920-944D-4C8C-8EDA-D0FD665C6B77}" presName="bgRect" presStyleLbl="bgShp" presStyleIdx="2" presStyleCnt="4"/>
      <dgm:spPr/>
    </dgm:pt>
    <dgm:pt modelId="{74267A61-CEA6-47A1-BEA9-89FF84CE23EF}" type="pres">
      <dgm:prSet presAssocID="{D65E4920-944D-4C8C-8EDA-D0FD665C6B77}"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ullseye"/>
        </a:ext>
      </dgm:extLst>
    </dgm:pt>
    <dgm:pt modelId="{BFCD5812-1967-45EF-9A2F-00D9CFEC41D1}" type="pres">
      <dgm:prSet presAssocID="{D65E4920-944D-4C8C-8EDA-D0FD665C6B77}" presName="spaceRect" presStyleCnt="0"/>
      <dgm:spPr/>
    </dgm:pt>
    <dgm:pt modelId="{0D5021E9-B0CF-4F86-97A2-CB7F77BF1945}" type="pres">
      <dgm:prSet presAssocID="{D65E4920-944D-4C8C-8EDA-D0FD665C6B77}" presName="parTx" presStyleLbl="revTx" presStyleIdx="2" presStyleCnt="4">
        <dgm:presLayoutVars>
          <dgm:chMax val="0"/>
          <dgm:chPref val="0"/>
        </dgm:presLayoutVars>
      </dgm:prSet>
      <dgm:spPr/>
    </dgm:pt>
    <dgm:pt modelId="{4177B658-2515-43C5-89FC-615E80F44567}" type="pres">
      <dgm:prSet presAssocID="{FC647558-6912-46D1-8728-030D300D1F7D}" presName="sibTrans" presStyleCnt="0"/>
      <dgm:spPr/>
    </dgm:pt>
    <dgm:pt modelId="{6D63BA4D-D82F-4A46-BD91-3CF14173BFF4}" type="pres">
      <dgm:prSet presAssocID="{C41CD3EC-B252-4D53-BE79-6D0D49E36951}" presName="compNode" presStyleCnt="0"/>
      <dgm:spPr/>
    </dgm:pt>
    <dgm:pt modelId="{9E819FE5-00BE-43D2-A3B5-21CE6BB7AC4A}" type="pres">
      <dgm:prSet presAssocID="{C41CD3EC-B252-4D53-BE79-6D0D49E36951}" presName="bgRect" presStyleLbl="bgShp" presStyleIdx="3" presStyleCnt="4"/>
      <dgm:spPr/>
    </dgm:pt>
    <dgm:pt modelId="{06F446AA-070A-4AD3-BC91-2F0A96FD51C4}" type="pres">
      <dgm:prSet presAssocID="{C41CD3EC-B252-4D53-BE79-6D0D49E36951}"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Flask"/>
        </a:ext>
      </dgm:extLst>
    </dgm:pt>
    <dgm:pt modelId="{B3D0FD94-B364-426D-B104-FD177FC85428}" type="pres">
      <dgm:prSet presAssocID="{C41CD3EC-B252-4D53-BE79-6D0D49E36951}" presName="spaceRect" presStyleCnt="0"/>
      <dgm:spPr/>
    </dgm:pt>
    <dgm:pt modelId="{4E25EBF1-D75D-4FBA-AB77-52931CFB029B}" type="pres">
      <dgm:prSet presAssocID="{C41CD3EC-B252-4D53-BE79-6D0D49E36951}" presName="parTx" presStyleLbl="revTx" presStyleIdx="3" presStyleCnt="4">
        <dgm:presLayoutVars>
          <dgm:chMax val="0"/>
          <dgm:chPref val="0"/>
        </dgm:presLayoutVars>
      </dgm:prSet>
      <dgm:spPr/>
    </dgm:pt>
  </dgm:ptLst>
  <dgm:cxnLst>
    <dgm:cxn modelId="{F0096002-7D2F-419F-B5E7-63B581A4C4AF}" type="presOf" srcId="{773BE71F-4B73-4C04-8BA9-933C900150B9}" destId="{957AC707-0CEC-48F7-80B3-461EB4A1DDD7}" srcOrd="0" destOrd="0" presId="urn:microsoft.com/office/officeart/2018/2/layout/IconVerticalSolidList"/>
    <dgm:cxn modelId="{98A7F821-948C-421B-A2B0-EFA078B6F618}" type="presOf" srcId="{3E681388-B871-42E0-BCFD-1095AB835E9B}" destId="{3D1187E0-CE98-4DFB-98DE-B604B0E5212E}" srcOrd="0" destOrd="0" presId="urn:microsoft.com/office/officeart/2018/2/layout/IconVerticalSolidList"/>
    <dgm:cxn modelId="{D07C5E22-7E9D-475E-A8BD-182107977B22}" srcId="{773BE71F-4B73-4C04-8BA9-933C900150B9}" destId="{D65E4920-944D-4C8C-8EDA-D0FD665C6B77}" srcOrd="2" destOrd="0" parTransId="{32E8E629-FDE0-4291-A610-9177AA427900}" sibTransId="{FC647558-6912-46D1-8728-030D300D1F7D}"/>
    <dgm:cxn modelId="{5081722C-23AD-4428-9375-1DB0107A55B6}" srcId="{773BE71F-4B73-4C04-8BA9-933C900150B9}" destId="{3E681388-B871-42E0-BCFD-1095AB835E9B}" srcOrd="1" destOrd="0" parTransId="{47077BE0-669C-4024-8177-011C33EA215F}" sibTransId="{C7972EF1-79BB-4ECF-AA28-0A3C1E4D743C}"/>
    <dgm:cxn modelId="{79586C80-23B3-4E65-802B-C549C378D509}" srcId="{773BE71F-4B73-4C04-8BA9-933C900150B9}" destId="{F68F83CB-3757-4396-9D96-312E21252729}" srcOrd="0" destOrd="0" parTransId="{CBE6BF3D-5851-4ED8-A9C5-268DA7049DB6}" sibTransId="{7239F7E0-C369-4ACF-88D7-25AF2B44D9B5}"/>
    <dgm:cxn modelId="{301B87A3-C954-4226-B958-91B18BE3B06C}" srcId="{773BE71F-4B73-4C04-8BA9-933C900150B9}" destId="{C41CD3EC-B252-4D53-BE79-6D0D49E36951}" srcOrd="3" destOrd="0" parTransId="{FE24E55C-5AFE-4F12-BBB5-43AE3BB24A2F}" sibTransId="{CF95B227-DF7B-4F46-B161-0C275D1CBE75}"/>
    <dgm:cxn modelId="{80B4F7E9-C1E4-4221-BBC6-FA299269A78A}" type="presOf" srcId="{D65E4920-944D-4C8C-8EDA-D0FD665C6B77}" destId="{0D5021E9-B0CF-4F86-97A2-CB7F77BF1945}" srcOrd="0" destOrd="0" presId="urn:microsoft.com/office/officeart/2018/2/layout/IconVerticalSolidList"/>
    <dgm:cxn modelId="{2BA93FED-3142-43B2-8B42-C447E661C29F}" type="presOf" srcId="{C41CD3EC-B252-4D53-BE79-6D0D49E36951}" destId="{4E25EBF1-D75D-4FBA-AB77-52931CFB029B}" srcOrd="0" destOrd="0" presId="urn:microsoft.com/office/officeart/2018/2/layout/IconVerticalSolidList"/>
    <dgm:cxn modelId="{2552FBF5-A64F-40BA-B526-22DFD8F531F6}" type="presOf" srcId="{F68F83CB-3757-4396-9D96-312E21252729}" destId="{BDB50A26-3F18-454E-805F-EB9633456D3A}" srcOrd="0" destOrd="0" presId="urn:microsoft.com/office/officeart/2018/2/layout/IconVerticalSolidList"/>
    <dgm:cxn modelId="{E3FB5D04-2FFE-4F21-821C-00EE76FEC102}" type="presParOf" srcId="{957AC707-0CEC-48F7-80B3-461EB4A1DDD7}" destId="{B547A0A8-A23F-4F78-B6F4-4810B9C29500}" srcOrd="0" destOrd="0" presId="urn:microsoft.com/office/officeart/2018/2/layout/IconVerticalSolidList"/>
    <dgm:cxn modelId="{97C8BC2F-D10E-4091-82F5-6B5919FE8B25}" type="presParOf" srcId="{B547A0A8-A23F-4F78-B6F4-4810B9C29500}" destId="{57490025-DE66-4C41-941D-1BE7D3F3B0C2}" srcOrd="0" destOrd="0" presId="urn:microsoft.com/office/officeart/2018/2/layout/IconVerticalSolidList"/>
    <dgm:cxn modelId="{6B291B06-2840-439A-B2F7-DBA3A2CD06A4}" type="presParOf" srcId="{B547A0A8-A23F-4F78-B6F4-4810B9C29500}" destId="{C90709C3-470F-4532-9C54-B09A2F9A0D64}" srcOrd="1" destOrd="0" presId="urn:microsoft.com/office/officeart/2018/2/layout/IconVerticalSolidList"/>
    <dgm:cxn modelId="{71294B89-F6FF-4C8C-87D1-49AC413C1E25}" type="presParOf" srcId="{B547A0A8-A23F-4F78-B6F4-4810B9C29500}" destId="{D280B3E7-5E3D-4171-8D6B-24E06E38C0C6}" srcOrd="2" destOrd="0" presId="urn:microsoft.com/office/officeart/2018/2/layout/IconVerticalSolidList"/>
    <dgm:cxn modelId="{9AC7BCAD-9BE2-4654-AF8A-E9E7DC0CC3B4}" type="presParOf" srcId="{B547A0A8-A23F-4F78-B6F4-4810B9C29500}" destId="{BDB50A26-3F18-454E-805F-EB9633456D3A}" srcOrd="3" destOrd="0" presId="urn:microsoft.com/office/officeart/2018/2/layout/IconVerticalSolidList"/>
    <dgm:cxn modelId="{1DCB120B-F99B-44E0-910E-406CDA1D8B76}" type="presParOf" srcId="{957AC707-0CEC-48F7-80B3-461EB4A1DDD7}" destId="{64372DE2-BDBA-46A5-BFCB-C191877AAFBB}" srcOrd="1" destOrd="0" presId="urn:microsoft.com/office/officeart/2018/2/layout/IconVerticalSolidList"/>
    <dgm:cxn modelId="{36BEBADA-82B3-4381-8B5B-86372C59C262}" type="presParOf" srcId="{957AC707-0CEC-48F7-80B3-461EB4A1DDD7}" destId="{0B52B561-2F67-407F-BF3F-1AAB15EE70BB}" srcOrd="2" destOrd="0" presId="urn:microsoft.com/office/officeart/2018/2/layout/IconVerticalSolidList"/>
    <dgm:cxn modelId="{225AD631-DD07-4D9B-9F7B-C63003E72226}" type="presParOf" srcId="{0B52B561-2F67-407F-BF3F-1AAB15EE70BB}" destId="{B1A3F28B-F3A4-43C7-8A7A-86F19BA54392}" srcOrd="0" destOrd="0" presId="urn:microsoft.com/office/officeart/2018/2/layout/IconVerticalSolidList"/>
    <dgm:cxn modelId="{F8420F64-E3CC-4193-BF30-0525F9A633AF}" type="presParOf" srcId="{0B52B561-2F67-407F-BF3F-1AAB15EE70BB}" destId="{7F907ECE-EFC2-4A16-B7F5-DCC3AC78883C}" srcOrd="1" destOrd="0" presId="urn:microsoft.com/office/officeart/2018/2/layout/IconVerticalSolidList"/>
    <dgm:cxn modelId="{1F25138D-318E-49F4-8CA4-709D9BF7C036}" type="presParOf" srcId="{0B52B561-2F67-407F-BF3F-1AAB15EE70BB}" destId="{F02C5C1F-B670-4FBC-B5A2-DCD5FE9CAE79}" srcOrd="2" destOrd="0" presId="urn:microsoft.com/office/officeart/2018/2/layout/IconVerticalSolidList"/>
    <dgm:cxn modelId="{81321BBA-271D-4EAE-AF7C-68658B12BB29}" type="presParOf" srcId="{0B52B561-2F67-407F-BF3F-1AAB15EE70BB}" destId="{3D1187E0-CE98-4DFB-98DE-B604B0E5212E}" srcOrd="3" destOrd="0" presId="urn:microsoft.com/office/officeart/2018/2/layout/IconVerticalSolidList"/>
    <dgm:cxn modelId="{66E2B302-8C36-44D2-AC17-6E295F938D87}" type="presParOf" srcId="{957AC707-0CEC-48F7-80B3-461EB4A1DDD7}" destId="{A972D3B0-D9E3-4059-9CE0-E8F2D2987A8C}" srcOrd="3" destOrd="0" presId="urn:microsoft.com/office/officeart/2018/2/layout/IconVerticalSolidList"/>
    <dgm:cxn modelId="{8067540A-08FC-41E2-BC48-6B2D83F7B018}" type="presParOf" srcId="{957AC707-0CEC-48F7-80B3-461EB4A1DDD7}" destId="{21AC1BFB-F33F-4F80-A327-C0FF6B46C086}" srcOrd="4" destOrd="0" presId="urn:microsoft.com/office/officeart/2018/2/layout/IconVerticalSolidList"/>
    <dgm:cxn modelId="{00605CFF-A84B-45A1-8FA0-ED35F92863F8}" type="presParOf" srcId="{21AC1BFB-F33F-4F80-A327-C0FF6B46C086}" destId="{46043665-CFAB-4904-9BF3-BD705E43D4C0}" srcOrd="0" destOrd="0" presId="urn:microsoft.com/office/officeart/2018/2/layout/IconVerticalSolidList"/>
    <dgm:cxn modelId="{59695FF5-9B14-4646-AEEE-B5CAF3A55131}" type="presParOf" srcId="{21AC1BFB-F33F-4F80-A327-C0FF6B46C086}" destId="{74267A61-CEA6-47A1-BEA9-89FF84CE23EF}" srcOrd="1" destOrd="0" presId="urn:microsoft.com/office/officeart/2018/2/layout/IconVerticalSolidList"/>
    <dgm:cxn modelId="{C6CF43F9-ACAD-4390-B706-214DB694EA8C}" type="presParOf" srcId="{21AC1BFB-F33F-4F80-A327-C0FF6B46C086}" destId="{BFCD5812-1967-45EF-9A2F-00D9CFEC41D1}" srcOrd="2" destOrd="0" presId="urn:microsoft.com/office/officeart/2018/2/layout/IconVerticalSolidList"/>
    <dgm:cxn modelId="{1F785E24-CBAF-4BBD-8F61-90A8192C59E5}" type="presParOf" srcId="{21AC1BFB-F33F-4F80-A327-C0FF6B46C086}" destId="{0D5021E9-B0CF-4F86-97A2-CB7F77BF1945}" srcOrd="3" destOrd="0" presId="urn:microsoft.com/office/officeart/2018/2/layout/IconVerticalSolidList"/>
    <dgm:cxn modelId="{4449324C-31D4-4B3F-BB02-8FE376F809EC}" type="presParOf" srcId="{957AC707-0CEC-48F7-80B3-461EB4A1DDD7}" destId="{4177B658-2515-43C5-89FC-615E80F44567}" srcOrd="5" destOrd="0" presId="urn:microsoft.com/office/officeart/2018/2/layout/IconVerticalSolidList"/>
    <dgm:cxn modelId="{55ACDC17-D6FB-450B-ABC4-1A6F4428D8C3}" type="presParOf" srcId="{957AC707-0CEC-48F7-80B3-461EB4A1DDD7}" destId="{6D63BA4D-D82F-4A46-BD91-3CF14173BFF4}" srcOrd="6" destOrd="0" presId="urn:microsoft.com/office/officeart/2018/2/layout/IconVerticalSolidList"/>
    <dgm:cxn modelId="{A850F05D-DD6D-4A52-A783-62A437BD4E1E}" type="presParOf" srcId="{6D63BA4D-D82F-4A46-BD91-3CF14173BFF4}" destId="{9E819FE5-00BE-43D2-A3B5-21CE6BB7AC4A}" srcOrd="0" destOrd="0" presId="urn:microsoft.com/office/officeart/2018/2/layout/IconVerticalSolidList"/>
    <dgm:cxn modelId="{20C71976-7B65-417D-AAF7-5B240F882B9A}" type="presParOf" srcId="{6D63BA4D-D82F-4A46-BD91-3CF14173BFF4}" destId="{06F446AA-070A-4AD3-BC91-2F0A96FD51C4}" srcOrd="1" destOrd="0" presId="urn:microsoft.com/office/officeart/2018/2/layout/IconVerticalSolidList"/>
    <dgm:cxn modelId="{DB7491A6-1B22-4810-A686-A6B0AC71F790}" type="presParOf" srcId="{6D63BA4D-D82F-4A46-BD91-3CF14173BFF4}" destId="{B3D0FD94-B364-426D-B104-FD177FC85428}" srcOrd="2" destOrd="0" presId="urn:microsoft.com/office/officeart/2018/2/layout/IconVerticalSolidList"/>
    <dgm:cxn modelId="{3BA08510-9153-415F-9E7E-8915A042E0F2}" type="presParOf" srcId="{6D63BA4D-D82F-4A46-BD91-3CF14173BFF4}" destId="{4E25EBF1-D75D-4FBA-AB77-52931CFB029B}"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2863D0A1-4688-4C82-BF07-C0136868B155}"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B98092AE-E8B3-4BC8-A12B-794259C660C0}">
      <dgm:prSet/>
      <dgm:spPr/>
      <dgm:t>
        <a:bodyPr/>
        <a:lstStyle/>
        <a:p>
          <a:pPr>
            <a:lnSpc>
              <a:spcPct val="100000"/>
            </a:lnSpc>
          </a:pPr>
          <a:r>
            <a:rPr lang="en-US"/>
            <a:t>How to build a leak-free preprocessing pipeline?</a:t>
          </a:r>
        </a:p>
      </dgm:t>
    </dgm:pt>
    <dgm:pt modelId="{2625B18D-04C1-45C9-A9ED-A889B369C873}" type="parTrans" cxnId="{46FE2094-2CDA-470E-917F-626656424686}">
      <dgm:prSet/>
      <dgm:spPr/>
      <dgm:t>
        <a:bodyPr/>
        <a:lstStyle/>
        <a:p>
          <a:endParaRPr lang="en-US"/>
        </a:p>
      </dgm:t>
    </dgm:pt>
    <dgm:pt modelId="{A9476406-B5AB-4AA2-9588-5F512BB72E9B}" type="sibTrans" cxnId="{46FE2094-2CDA-470E-917F-626656424686}">
      <dgm:prSet/>
      <dgm:spPr/>
      <dgm:t>
        <a:bodyPr/>
        <a:lstStyle/>
        <a:p>
          <a:pPr>
            <a:lnSpc>
              <a:spcPct val="100000"/>
            </a:lnSpc>
          </a:pPr>
          <a:endParaRPr lang="en-US"/>
        </a:p>
      </dgm:t>
    </dgm:pt>
    <dgm:pt modelId="{FCC76A07-5A25-41C1-BFB7-B51A548F535D}">
      <dgm:prSet/>
      <dgm:spPr/>
      <dgm:t>
        <a:bodyPr/>
        <a:lstStyle/>
        <a:p>
          <a:pPr>
            <a:lnSpc>
              <a:spcPct val="100000"/>
            </a:lnSpc>
          </a:pPr>
          <a:r>
            <a:rPr lang="en-US"/>
            <a:t>How do different sequence models compare in terms of forecasting accuracy and stability?</a:t>
          </a:r>
        </a:p>
      </dgm:t>
    </dgm:pt>
    <dgm:pt modelId="{60AE0DA9-CE36-4A49-9D61-FA277ED8E424}" type="parTrans" cxnId="{A59B6681-D041-4770-8FE2-847A4B9663FF}">
      <dgm:prSet/>
      <dgm:spPr/>
      <dgm:t>
        <a:bodyPr/>
        <a:lstStyle/>
        <a:p>
          <a:endParaRPr lang="en-US"/>
        </a:p>
      </dgm:t>
    </dgm:pt>
    <dgm:pt modelId="{73372FFE-3C83-47BA-8DB2-876087BDBE7E}" type="sibTrans" cxnId="{A59B6681-D041-4770-8FE2-847A4B9663FF}">
      <dgm:prSet/>
      <dgm:spPr/>
      <dgm:t>
        <a:bodyPr/>
        <a:lstStyle/>
        <a:p>
          <a:pPr>
            <a:lnSpc>
              <a:spcPct val="100000"/>
            </a:lnSpc>
          </a:pPr>
          <a:endParaRPr lang="en-US"/>
        </a:p>
      </dgm:t>
    </dgm:pt>
    <dgm:pt modelId="{2126C3C7-A2C9-4065-B212-C72FD88ADDBF}">
      <dgm:prSet/>
      <dgm:spPr/>
      <dgm:t>
        <a:bodyPr/>
        <a:lstStyle/>
        <a:p>
          <a:pPr>
            <a:lnSpc>
              <a:spcPct val="100000"/>
            </a:lnSpc>
          </a:pPr>
          <a:r>
            <a:rPr lang="en-US"/>
            <a:t>Model Evaluation: Using MAE, RMSE, R² to assess prediction accuracy</a:t>
          </a:r>
        </a:p>
      </dgm:t>
    </dgm:pt>
    <dgm:pt modelId="{63BED0AE-5EEE-4A64-A72B-5123063873FB}" type="parTrans" cxnId="{CCC6E6B0-3C99-45A9-BC25-EDC6F87EDE15}">
      <dgm:prSet/>
      <dgm:spPr/>
      <dgm:t>
        <a:bodyPr/>
        <a:lstStyle/>
        <a:p>
          <a:endParaRPr lang="en-US"/>
        </a:p>
      </dgm:t>
    </dgm:pt>
    <dgm:pt modelId="{6419E4E3-076F-485E-8E5A-64FB72AB277A}" type="sibTrans" cxnId="{CCC6E6B0-3C99-45A9-BC25-EDC6F87EDE15}">
      <dgm:prSet/>
      <dgm:spPr/>
      <dgm:t>
        <a:bodyPr/>
        <a:lstStyle/>
        <a:p>
          <a:pPr>
            <a:lnSpc>
              <a:spcPct val="100000"/>
            </a:lnSpc>
          </a:pPr>
          <a:endParaRPr lang="en-US"/>
        </a:p>
      </dgm:t>
    </dgm:pt>
    <dgm:pt modelId="{8193E492-5A75-4952-8312-87916C14F9DB}">
      <dgm:prSet/>
      <dgm:spPr/>
      <dgm:t>
        <a:bodyPr/>
        <a:lstStyle/>
        <a:p>
          <a:pPr>
            <a:lnSpc>
              <a:spcPct val="100000"/>
            </a:lnSpc>
          </a:pPr>
          <a:r>
            <a:rPr lang="en-US"/>
            <a:t>How to deploy the LSTM model for real-time forecasting using Flask?</a:t>
          </a:r>
        </a:p>
      </dgm:t>
    </dgm:pt>
    <dgm:pt modelId="{8BDC51B0-5019-4730-A839-28CDE79B59C5}" type="parTrans" cxnId="{5973E9FC-6568-45C0-8B28-C09838B8703D}">
      <dgm:prSet/>
      <dgm:spPr/>
      <dgm:t>
        <a:bodyPr/>
        <a:lstStyle/>
        <a:p>
          <a:endParaRPr lang="en-US"/>
        </a:p>
      </dgm:t>
    </dgm:pt>
    <dgm:pt modelId="{89B5B9D7-E85B-4E3E-9611-F0389C88738D}" type="sibTrans" cxnId="{5973E9FC-6568-45C0-8B28-C09838B8703D}">
      <dgm:prSet/>
      <dgm:spPr/>
      <dgm:t>
        <a:bodyPr/>
        <a:lstStyle/>
        <a:p>
          <a:endParaRPr lang="en-US"/>
        </a:p>
      </dgm:t>
    </dgm:pt>
    <dgm:pt modelId="{FF496EBE-896C-4043-BF93-CCED9BDE14A0}" type="pres">
      <dgm:prSet presAssocID="{2863D0A1-4688-4C82-BF07-C0136868B155}" presName="root" presStyleCnt="0">
        <dgm:presLayoutVars>
          <dgm:dir/>
          <dgm:resizeHandles val="exact"/>
        </dgm:presLayoutVars>
      </dgm:prSet>
      <dgm:spPr/>
    </dgm:pt>
    <dgm:pt modelId="{EC7D6243-19E0-4966-835C-29A2C19DD4C1}" type="pres">
      <dgm:prSet presAssocID="{2863D0A1-4688-4C82-BF07-C0136868B155}" presName="container" presStyleCnt="0">
        <dgm:presLayoutVars>
          <dgm:dir/>
          <dgm:resizeHandles val="exact"/>
        </dgm:presLayoutVars>
      </dgm:prSet>
      <dgm:spPr/>
    </dgm:pt>
    <dgm:pt modelId="{35B6CCA5-D6A0-429B-BF4B-6B92481DBD99}" type="pres">
      <dgm:prSet presAssocID="{B98092AE-E8B3-4BC8-A12B-794259C660C0}" presName="compNode" presStyleCnt="0"/>
      <dgm:spPr/>
    </dgm:pt>
    <dgm:pt modelId="{8CA38B4A-B5BC-4A04-9240-E3683946DF4A}" type="pres">
      <dgm:prSet presAssocID="{B98092AE-E8B3-4BC8-A12B-794259C660C0}" presName="iconBgRect" presStyleLbl="bgShp" presStyleIdx="0" presStyleCnt="4"/>
      <dgm:spPr/>
    </dgm:pt>
    <dgm:pt modelId="{576EA72C-3980-4449-9F13-09E9BA5A9DF2}" type="pres">
      <dgm:prSet presAssocID="{B98092AE-E8B3-4BC8-A12B-794259C660C0}"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Excavator"/>
        </a:ext>
      </dgm:extLst>
    </dgm:pt>
    <dgm:pt modelId="{3381684F-E14F-4000-A206-7795ECFEF8BA}" type="pres">
      <dgm:prSet presAssocID="{B98092AE-E8B3-4BC8-A12B-794259C660C0}" presName="spaceRect" presStyleCnt="0"/>
      <dgm:spPr/>
    </dgm:pt>
    <dgm:pt modelId="{60BFD521-9B7D-4068-9CDF-7A87FFF1C527}" type="pres">
      <dgm:prSet presAssocID="{B98092AE-E8B3-4BC8-A12B-794259C660C0}" presName="textRect" presStyleLbl="revTx" presStyleIdx="0" presStyleCnt="4">
        <dgm:presLayoutVars>
          <dgm:chMax val="1"/>
          <dgm:chPref val="1"/>
        </dgm:presLayoutVars>
      </dgm:prSet>
      <dgm:spPr/>
    </dgm:pt>
    <dgm:pt modelId="{36537CFF-056D-4094-A84A-E630406C538A}" type="pres">
      <dgm:prSet presAssocID="{A9476406-B5AB-4AA2-9588-5F512BB72E9B}" presName="sibTrans" presStyleLbl="sibTrans2D1" presStyleIdx="0" presStyleCnt="0"/>
      <dgm:spPr/>
    </dgm:pt>
    <dgm:pt modelId="{AF34FA3B-3FC8-46F6-BAAE-70EFA0923947}" type="pres">
      <dgm:prSet presAssocID="{FCC76A07-5A25-41C1-BFB7-B51A548F535D}" presName="compNode" presStyleCnt="0"/>
      <dgm:spPr/>
    </dgm:pt>
    <dgm:pt modelId="{3D662DBF-7B58-4F05-B524-19F0FFACBE54}" type="pres">
      <dgm:prSet presAssocID="{FCC76A07-5A25-41C1-BFB7-B51A548F535D}" presName="iconBgRect" presStyleLbl="bgShp" presStyleIdx="1" presStyleCnt="4"/>
      <dgm:spPr/>
    </dgm:pt>
    <dgm:pt modelId="{B5CA0726-FC2A-45AB-BECF-C4D60793EBF1}" type="pres">
      <dgm:prSet presAssocID="{FCC76A07-5A25-41C1-BFB7-B51A548F535D}"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Statistics"/>
        </a:ext>
      </dgm:extLst>
    </dgm:pt>
    <dgm:pt modelId="{A66DE998-1F15-4854-8731-A4B860C7583E}" type="pres">
      <dgm:prSet presAssocID="{FCC76A07-5A25-41C1-BFB7-B51A548F535D}" presName="spaceRect" presStyleCnt="0"/>
      <dgm:spPr/>
    </dgm:pt>
    <dgm:pt modelId="{24BE6DC3-888B-4E8B-9E82-39B1D642B1EA}" type="pres">
      <dgm:prSet presAssocID="{FCC76A07-5A25-41C1-BFB7-B51A548F535D}" presName="textRect" presStyleLbl="revTx" presStyleIdx="1" presStyleCnt="4">
        <dgm:presLayoutVars>
          <dgm:chMax val="1"/>
          <dgm:chPref val="1"/>
        </dgm:presLayoutVars>
      </dgm:prSet>
      <dgm:spPr/>
    </dgm:pt>
    <dgm:pt modelId="{954D0B25-923B-4E27-82F7-8DFF6617A28C}" type="pres">
      <dgm:prSet presAssocID="{73372FFE-3C83-47BA-8DB2-876087BDBE7E}" presName="sibTrans" presStyleLbl="sibTrans2D1" presStyleIdx="0" presStyleCnt="0"/>
      <dgm:spPr/>
    </dgm:pt>
    <dgm:pt modelId="{5AFCF223-3CD2-474A-9D98-E9732E7C0E35}" type="pres">
      <dgm:prSet presAssocID="{2126C3C7-A2C9-4065-B212-C72FD88ADDBF}" presName="compNode" presStyleCnt="0"/>
      <dgm:spPr/>
    </dgm:pt>
    <dgm:pt modelId="{3149534D-CE4D-47D0-B453-ADD6993D8477}" type="pres">
      <dgm:prSet presAssocID="{2126C3C7-A2C9-4065-B212-C72FD88ADDBF}" presName="iconBgRect" presStyleLbl="bgShp" presStyleIdx="2" presStyleCnt="4"/>
      <dgm:spPr/>
    </dgm:pt>
    <dgm:pt modelId="{A91B866D-E857-4E1D-8F63-CD3987CB5A34}" type="pres">
      <dgm:prSet presAssocID="{2126C3C7-A2C9-4065-B212-C72FD88ADDBF}"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Drawing Compass"/>
        </a:ext>
      </dgm:extLst>
    </dgm:pt>
    <dgm:pt modelId="{C5CFAA9C-E228-4245-8DCA-F1483726CFC3}" type="pres">
      <dgm:prSet presAssocID="{2126C3C7-A2C9-4065-B212-C72FD88ADDBF}" presName="spaceRect" presStyleCnt="0"/>
      <dgm:spPr/>
    </dgm:pt>
    <dgm:pt modelId="{20D055C4-5716-46B8-AA58-D893A2C27B90}" type="pres">
      <dgm:prSet presAssocID="{2126C3C7-A2C9-4065-B212-C72FD88ADDBF}" presName="textRect" presStyleLbl="revTx" presStyleIdx="2" presStyleCnt="4">
        <dgm:presLayoutVars>
          <dgm:chMax val="1"/>
          <dgm:chPref val="1"/>
        </dgm:presLayoutVars>
      </dgm:prSet>
      <dgm:spPr/>
    </dgm:pt>
    <dgm:pt modelId="{A0BB41AA-9F58-46E2-9CF5-73577F7ECCB5}" type="pres">
      <dgm:prSet presAssocID="{6419E4E3-076F-485E-8E5A-64FB72AB277A}" presName="sibTrans" presStyleLbl="sibTrans2D1" presStyleIdx="0" presStyleCnt="0"/>
      <dgm:spPr/>
    </dgm:pt>
    <dgm:pt modelId="{541AC110-9C4F-41E7-B87A-7F10BA4B18AB}" type="pres">
      <dgm:prSet presAssocID="{8193E492-5A75-4952-8312-87916C14F9DB}" presName="compNode" presStyleCnt="0"/>
      <dgm:spPr/>
    </dgm:pt>
    <dgm:pt modelId="{6D562969-E4B5-4197-A31F-B9BA896BF7DF}" type="pres">
      <dgm:prSet presAssocID="{8193E492-5A75-4952-8312-87916C14F9DB}" presName="iconBgRect" presStyleLbl="bgShp" presStyleIdx="3" presStyleCnt="4"/>
      <dgm:spPr/>
    </dgm:pt>
    <dgm:pt modelId="{53BD2BE9-8A7E-4D6C-B3E8-1F54C4525167}" type="pres">
      <dgm:prSet presAssocID="{8193E492-5A75-4952-8312-87916C14F9DB}"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Flask"/>
        </a:ext>
      </dgm:extLst>
    </dgm:pt>
    <dgm:pt modelId="{8AE2D7FE-8A71-4558-AEC2-DDAA12F743BC}" type="pres">
      <dgm:prSet presAssocID="{8193E492-5A75-4952-8312-87916C14F9DB}" presName="spaceRect" presStyleCnt="0"/>
      <dgm:spPr/>
    </dgm:pt>
    <dgm:pt modelId="{843F6ECC-4C84-45B2-BCC7-3A0716902643}" type="pres">
      <dgm:prSet presAssocID="{8193E492-5A75-4952-8312-87916C14F9DB}" presName="textRect" presStyleLbl="revTx" presStyleIdx="3" presStyleCnt="4">
        <dgm:presLayoutVars>
          <dgm:chMax val="1"/>
          <dgm:chPref val="1"/>
        </dgm:presLayoutVars>
      </dgm:prSet>
      <dgm:spPr/>
    </dgm:pt>
  </dgm:ptLst>
  <dgm:cxnLst>
    <dgm:cxn modelId="{0AD4100E-9330-4AAD-B9D1-875FB4376BCC}" type="presOf" srcId="{A9476406-B5AB-4AA2-9588-5F512BB72E9B}" destId="{36537CFF-056D-4094-A84A-E630406C538A}" srcOrd="0" destOrd="0" presId="urn:microsoft.com/office/officeart/2018/2/layout/IconCircleList"/>
    <dgm:cxn modelId="{57EAAC20-BD65-42E0-8FC1-6FE6829AFA5C}" type="presOf" srcId="{FCC76A07-5A25-41C1-BFB7-B51A548F535D}" destId="{24BE6DC3-888B-4E8B-9E82-39B1D642B1EA}" srcOrd="0" destOrd="0" presId="urn:microsoft.com/office/officeart/2018/2/layout/IconCircleList"/>
    <dgm:cxn modelId="{F2B4526B-5204-477B-A1E8-03800A52AD8C}" type="presOf" srcId="{6419E4E3-076F-485E-8E5A-64FB72AB277A}" destId="{A0BB41AA-9F58-46E2-9CF5-73577F7ECCB5}" srcOrd="0" destOrd="0" presId="urn:microsoft.com/office/officeart/2018/2/layout/IconCircleList"/>
    <dgm:cxn modelId="{EF10C770-2C05-4CCC-88EA-C0BA4AF764F9}" type="presOf" srcId="{2126C3C7-A2C9-4065-B212-C72FD88ADDBF}" destId="{20D055C4-5716-46B8-AA58-D893A2C27B90}" srcOrd="0" destOrd="0" presId="urn:microsoft.com/office/officeart/2018/2/layout/IconCircleList"/>
    <dgm:cxn modelId="{A59B6681-D041-4770-8FE2-847A4B9663FF}" srcId="{2863D0A1-4688-4C82-BF07-C0136868B155}" destId="{FCC76A07-5A25-41C1-BFB7-B51A548F535D}" srcOrd="1" destOrd="0" parTransId="{60AE0DA9-CE36-4A49-9D61-FA277ED8E424}" sibTransId="{73372FFE-3C83-47BA-8DB2-876087BDBE7E}"/>
    <dgm:cxn modelId="{46FE2094-2CDA-470E-917F-626656424686}" srcId="{2863D0A1-4688-4C82-BF07-C0136868B155}" destId="{B98092AE-E8B3-4BC8-A12B-794259C660C0}" srcOrd="0" destOrd="0" parTransId="{2625B18D-04C1-45C9-A9ED-A889B369C873}" sibTransId="{A9476406-B5AB-4AA2-9588-5F512BB72E9B}"/>
    <dgm:cxn modelId="{4E5C599A-A081-4E99-AD07-A2FB0293A76E}" type="presOf" srcId="{8193E492-5A75-4952-8312-87916C14F9DB}" destId="{843F6ECC-4C84-45B2-BCC7-3A0716902643}" srcOrd="0" destOrd="0" presId="urn:microsoft.com/office/officeart/2018/2/layout/IconCircleList"/>
    <dgm:cxn modelId="{877AB6A5-E8D9-4538-B833-0F04AD096311}" type="presOf" srcId="{73372FFE-3C83-47BA-8DB2-876087BDBE7E}" destId="{954D0B25-923B-4E27-82F7-8DFF6617A28C}" srcOrd="0" destOrd="0" presId="urn:microsoft.com/office/officeart/2018/2/layout/IconCircleList"/>
    <dgm:cxn modelId="{CCC6E6B0-3C99-45A9-BC25-EDC6F87EDE15}" srcId="{2863D0A1-4688-4C82-BF07-C0136868B155}" destId="{2126C3C7-A2C9-4065-B212-C72FD88ADDBF}" srcOrd="2" destOrd="0" parTransId="{63BED0AE-5EEE-4A64-A72B-5123063873FB}" sibTransId="{6419E4E3-076F-485E-8E5A-64FB72AB277A}"/>
    <dgm:cxn modelId="{F0F340B8-946A-4AB8-8156-8AA2120B98C1}" type="presOf" srcId="{2863D0A1-4688-4C82-BF07-C0136868B155}" destId="{FF496EBE-896C-4043-BF93-CCED9BDE14A0}" srcOrd="0" destOrd="0" presId="urn:microsoft.com/office/officeart/2018/2/layout/IconCircleList"/>
    <dgm:cxn modelId="{E193C1C4-AAD7-494B-A225-4DE52E02DFE6}" type="presOf" srcId="{B98092AE-E8B3-4BC8-A12B-794259C660C0}" destId="{60BFD521-9B7D-4068-9CDF-7A87FFF1C527}" srcOrd="0" destOrd="0" presId="urn:microsoft.com/office/officeart/2018/2/layout/IconCircleList"/>
    <dgm:cxn modelId="{5973E9FC-6568-45C0-8B28-C09838B8703D}" srcId="{2863D0A1-4688-4C82-BF07-C0136868B155}" destId="{8193E492-5A75-4952-8312-87916C14F9DB}" srcOrd="3" destOrd="0" parTransId="{8BDC51B0-5019-4730-A839-28CDE79B59C5}" sibTransId="{89B5B9D7-E85B-4E3E-9611-F0389C88738D}"/>
    <dgm:cxn modelId="{7C5C16F1-B678-4A13-B7C2-EC7B3528ECD3}" type="presParOf" srcId="{FF496EBE-896C-4043-BF93-CCED9BDE14A0}" destId="{EC7D6243-19E0-4966-835C-29A2C19DD4C1}" srcOrd="0" destOrd="0" presId="urn:microsoft.com/office/officeart/2018/2/layout/IconCircleList"/>
    <dgm:cxn modelId="{F1FE5F9F-9A4F-4BE4-94B3-73189762FEBF}" type="presParOf" srcId="{EC7D6243-19E0-4966-835C-29A2C19DD4C1}" destId="{35B6CCA5-D6A0-429B-BF4B-6B92481DBD99}" srcOrd="0" destOrd="0" presId="urn:microsoft.com/office/officeart/2018/2/layout/IconCircleList"/>
    <dgm:cxn modelId="{305D12F6-18C5-4B42-9981-233213345459}" type="presParOf" srcId="{35B6CCA5-D6A0-429B-BF4B-6B92481DBD99}" destId="{8CA38B4A-B5BC-4A04-9240-E3683946DF4A}" srcOrd="0" destOrd="0" presId="urn:microsoft.com/office/officeart/2018/2/layout/IconCircleList"/>
    <dgm:cxn modelId="{9C91C50D-60FD-4984-B22D-EE1B5AFB74FF}" type="presParOf" srcId="{35B6CCA5-D6A0-429B-BF4B-6B92481DBD99}" destId="{576EA72C-3980-4449-9F13-09E9BA5A9DF2}" srcOrd="1" destOrd="0" presId="urn:microsoft.com/office/officeart/2018/2/layout/IconCircleList"/>
    <dgm:cxn modelId="{5DCB5B45-03F3-4009-9D11-ABC215145D45}" type="presParOf" srcId="{35B6CCA5-D6A0-429B-BF4B-6B92481DBD99}" destId="{3381684F-E14F-4000-A206-7795ECFEF8BA}" srcOrd="2" destOrd="0" presId="urn:microsoft.com/office/officeart/2018/2/layout/IconCircleList"/>
    <dgm:cxn modelId="{3667E10F-8796-4526-B349-80369E601BF8}" type="presParOf" srcId="{35B6CCA5-D6A0-429B-BF4B-6B92481DBD99}" destId="{60BFD521-9B7D-4068-9CDF-7A87FFF1C527}" srcOrd="3" destOrd="0" presId="urn:microsoft.com/office/officeart/2018/2/layout/IconCircleList"/>
    <dgm:cxn modelId="{46495B89-92BB-4A96-88FC-5D0EEDB86B1F}" type="presParOf" srcId="{EC7D6243-19E0-4966-835C-29A2C19DD4C1}" destId="{36537CFF-056D-4094-A84A-E630406C538A}" srcOrd="1" destOrd="0" presId="urn:microsoft.com/office/officeart/2018/2/layout/IconCircleList"/>
    <dgm:cxn modelId="{F8659A59-6645-49F8-B327-837F9168882A}" type="presParOf" srcId="{EC7D6243-19E0-4966-835C-29A2C19DD4C1}" destId="{AF34FA3B-3FC8-46F6-BAAE-70EFA0923947}" srcOrd="2" destOrd="0" presId="urn:microsoft.com/office/officeart/2018/2/layout/IconCircleList"/>
    <dgm:cxn modelId="{ABF282A1-1445-4AF3-8764-51837E5137C7}" type="presParOf" srcId="{AF34FA3B-3FC8-46F6-BAAE-70EFA0923947}" destId="{3D662DBF-7B58-4F05-B524-19F0FFACBE54}" srcOrd="0" destOrd="0" presId="urn:microsoft.com/office/officeart/2018/2/layout/IconCircleList"/>
    <dgm:cxn modelId="{9D97E2DF-982E-428D-BE75-1C9F462A67A7}" type="presParOf" srcId="{AF34FA3B-3FC8-46F6-BAAE-70EFA0923947}" destId="{B5CA0726-FC2A-45AB-BECF-C4D60793EBF1}" srcOrd="1" destOrd="0" presId="urn:microsoft.com/office/officeart/2018/2/layout/IconCircleList"/>
    <dgm:cxn modelId="{A2684209-512C-4B0B-980B-F8AC3C7EF409}" type="presParOf" srcId="{AF34FA3B-3FC8-46F6-BAAE-70EFA0923947}" destId="{A66DE998-1F15-4854-8731-A4B860C7583E}" srcOrd="2" destOrd="0" presId="urn:microsoft.com/office/officeart/2018/2/layout/IconCircleList"/>
    <dgm:cxn modelId="{63A24462-D9FD-4156-B92A-04D04CB5A9FE}" type="presParOf" srcId="{AF34FA3B-3FC8-46F6-BAAE-70EFA0923947}" destId="{24BE6DC3-888B-4E8B-9E82-39B1D642B1EA}" srcOrd="3" destOrd="0" presId="urn:microsoft.com/office/officeart/2018/2/layout/IconCircleList"/>
    <dgm:cxn modelId="{CE634378-7618-422A-A267-20E990A5C0E8}" type="presParOf" srcId="{EC7D6243-19E0-4966-835C-29A2C19DD4C1}" destId="{954D0B25-923B-4E27-82F7-8DFF6617A28C}" srcOrd="3" destOrd="0" presId="urn:microsoft.com/office/officeart/2018/2/layout/IconCircleList"/>
    <dgm:cxn modelId="{4F5877D9-43AB-4E2A-A8F5-5FB3D4C7B0AF}" type="presParOf" srcId="{EC7D6243-19E0-4966-835C-29A2C19DD4C1}" destId="{5AFCF223-3CD2-474A-9D98-E9732E7C0E35}" srcOrd="4" destOrd="0" presId="urn:microsoft.com/office/officeart/2018/2/layout/IconCircleList"/>
    <dgm:cxn modelId="{1DF51981-E7A0-48F7-AD9B-A0FB5E81C096}" type="presParOf" srcId="{5AFCF223-3CD2-474A-9D98-E9732E7C0E35}" destId="{3149534D-CE4D-47D0-B453-ADD6993D8477}" srcOrd="0" destOrd="0" presId="urn:microsoft.com/office/officeart/2018/2/layout/IconCircleList"/>
    <dgm:cxn modelId="{C130D135-3F51-44EC-92F6-D6A93358F3AC}" type="presParOf" srcId="{5AFCF223-3CD2-474A-9D98-E9732E7C0E35}" destId="{A91B866D-E857-4E1D-8F63-CD3987CB5A34}" srcOrd="1" destOrd="0" presId="urn:microsoft.com/office/officeart/2018/2/layout/IconCircleList"/>
    <dgm:cxn modelId="{3BDD5185-7C17-4345-B75F-8D650AF2BACA}" type="presParOf" srcId="{5AFCF223-3CD2-474A-9D98-E9732E7C0E35}" destId="{C5CFAA9C-E228-4245-8DCA-F1483726CFC3}" srcOrd="2" destOrd="0" presId="urn:microsoft.com/office/officeart/2018/2/layout/IconCircleList"/>
    <dgm:cxn modelId="{4D07FF26-D443-46B9-90DD-C603DC65CFA5}" type="presParOf" srcId="{5AFCF223-3CD2-474A-9D98-E9732E7C0E35}" destId="{20D055C4-5716-46B8-AA58-D893A2C27B90}" srcOrd="3" destOrd="0" presId="urn:microsoft.com/office/officeart/2018/2/layout/IconCircleList"/>
    <dgm:cxn modelId="{0DCCD09F-4453-40DD-B881-70726E177FF6}" type="presParOf" srcId="{EC7D6243-19E0-4966-835C-29A2C19DD4C1}" destId="{A0BB41AA-9F58-46E2-9CF5-73577F7ECCB5}" srcOrd="5" destOrd="0" presId="urn:microsoft.com/office/officeart/2018/2/layout/IconCircleList"/>
    <dgm:cxn modelId="{E100426B-734E-44BA-8253-37BE088BFF33}" type="presParOf" srcId="{EC7D6243-19E0-4966-835C-29A2C19DD4C1}" destId="{541AC110-9C4F-41E7-B87A-7F10BA4B18AB}" srcOrd="6" destOrd="0" presId="urn:microsoft.com/office/officeart/2018/2/layout/IconCircleList"/>
    <dgm:cxn modelId="{46927BAB-7CBA-454F-BF44-FB83401626D0}" type="presParOf" srcId="{541AC110-9C4F-41E7-B87A-7F10BA4B18AB}" destId="{6D562969-E4B5-4197-A31F-B9BA896BF7DF}" srcOrd="0" destOrd="0" presId="urn:microsoft.com/office/officeart/2018/2/layout/IconCircleList"/>
    <dgm:cxn modelId="{A53C9057-967F-4A85-8639-C26811AA5002}" type="presParOf" srcId="{541AC110-9C4F-41E7-B87A-7F10BA4B18AB}" destId="{53BD2BE9-8A7E-4D6C-B3E8-1F54C4525167}" srcOrd="1" destOrd="0" presId="urn:microsoft.com/office/officeart/2018/2/layout/IconCircleList"/>
    <dgm:cxn modelId="{2220CB33-FCB8-46B0-A66B-0C8E0D496644}" type="presParOf" srcId="{541AC110-9C4F-41E7-B87A-7F10BA4B18AB}" destId="{8AE2D7FE-8A71-4558-AEC2-DDAA12F743BC}" srcOrd="2" destOrd="0" presId="urn:microsoft.com/office/officeart/2018/2/layout/IconCircleList"/>
    <dgm:cxn modelId="{DB67AF55-BCA3-4784-938A-200CB1739D90}" type="presParOf" srcId="{541AC110-9C4F-41E7-B87A-7F10BA4B18AB}" destId="{843F6ECC-4C84-45B2-BCC7-3A0716902643}"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2863D0A1-4688-4C82-BF07-C0136868B155}" type="doc">
      <dgm:prSet loTypeId="urn:microsoft.com/office/officeart/2005/8/layout/hList6" loCatId="list" qsTypeId="urn:microsoft.com/office/officeart/2005/8/quickstyle/simple2" qsCatId="simple" csTypeId="urn:microsoft.com/office/officeart/2005/8/colors/colorful5" csCatId="colorful" phldr="1"/>
      <dgm:spPr/>
      <dgm:t>
        <a:bodyPr/>
        <a:lstStyle/>
        <a:p>
          <a:endParaRPr lang="en-US"/>
        </a:p>
      </dgm:t>
    </dgm:pt>
    <dgm:pt modelId="{B98092AE-E8B3-4BC8-A12B-794259C660C0}">
      <dgm:prSet/>
      <dgm:spPr/>
      <dgm:t>
        <a:bodyPr/>
        <a:lstStyle/>
        <a:p>
          <a:r>
            <a:rPr lang="en-US" b="1"/>
            <a:t>Data Source: </a:t>
          </a:r>
          <a:r>
            <a:rPr lang="en-US" b="0"/>
            <a:t>The</a:t>
          </a:r>
          <a:r>
            <a:rPr lang="en-US" b="1"/>
            <a:t> </a:t>
          </a:r>
          <a:r>
            <a:rPr lang="en-US" b="0"/>
            <a:t>dataset used in this study was sourced from Kaggle and contains multi-sensor weather data, including temperature, humidity, pressure, wind speed, radiation, and precipitation. It was customized to meet the needs of the climate forecasting system.</a:t>
          </a:r>
          <a:endParaRPr lang="en-US" b="0" dirty="0"/>
        </a:p>
      </dgm:t>
    </dgm:pt>
    <dgm:pt modelId="{2625B18D-04C1-45C9-A9ED-A889B369C873}" type="parTrans" cxnId="{46FE2094-2CDA-470E-917F-626656424686}">
      <dgm:prSet/>
      <dgm:spPr/>
      <dgm:t>
        <a:bodyPr/>
        <a:lstStyle/>
        <a:p>
          <a:endParaRPr lang="en-US"/>
        </a:p>
      </dgm:t>
    </dgm:pt>
    <dgm:pt modelId="{A9476406-B5AB-4AA2-9588-5F512BB72E9B}" type="sibTrans" cxnId="{46FE2094-2CDA-470E-917F-626656424686}">
      <dgm:prSet/>
      <dgm:spPr/>
      <dgm:t>
        <a:bodyPr/>
        <a:lstStyle/>
        <a:p>
          <a:endParaRPr lang="en-US" dirty="0"/>
        </a:p>
      </dgm:t>
    </dgm:pt>
    <dgm:pt modelId="{FCC76A07-5A25-41C1-BFB7-B51A548F535D}">
      <dgm:prSet/>
      <dgm:spPr/>
      <dgm:t>
        <a:bodyPr/>
        <a:lstStyle/>
        <a:p>
          <a:r>
            <a:rPr lang="en-US" b="1" dirty="0"/>
            <a:t>Data Preprocessing:</a:t>
          </a:r>
          <a:endParaRPr lang="en-US" dirty="0"/>
        </a:p>
        <a:p>
          <a:pPr>
            <a:buFont typeface="Arial" panose="020B0604020202020204" pitchFamily="34" charset="0"/>
            <a:buChar char="•"/>
          </a:pPr>
          <a:r>
            <a:rPr lang="en-US" b="1" dirty="0"/>
            <a:t>Data Cleaning &amp; Alignment</a:t>
          </a:r>
          <a:r>
            <a:rPr lang="en-US" dirty="0"/>
            <a:t>: Raw data was cleaned and aligned to ensure consistency and accuracy across all sensors.</a:t>
          </a:r>
        </a:p>
        <a:p>
          <a:pPr>
            <a:buNone/>
          </a:pPr>
          <a:r>
            <a:rPr lang="en-US" b="1" dirty="0"/>
            <a:t>Handling Missing Values &amp; Outliers</a:t>
          </a:r>
          <a:r>
            <a:rPr lang="en-US" dirty="0"/>
            <a:t>: Missing data was imputed, and outliers were identified and removed to prevent distortion of model performance.</a:t>
          </a:r>
        </a:p>
        <a:p>
          <a:pPr>
            <a:buNone/>
          </a:pPr>
          <a:r>
            <a:rPr lang="en-US" b="1" dirty="0"/>
            <a:t>Time-Series Segmentation</a:t>
          </a:r>
          <a:r>
            <a:rPr lang="en-US" dirty="0"/>
            <a:t>: The data was divided into overlapping sliding windows to enable the model to learn from sequential patterns in the climate data.</a:t>
          </a:r>
        </a:p>
      </dgm:t>
    </dgm:pt>
    <dgm:pt modelId="{60AE0DA9-CE36-4A49-9D61-FA277ED8E424}" type="parTrans" cxnId="{A59B6681-D041-4770-8FE2-847A4B9663FF}">
      <dgm:prSet/>
      <dgm:spPr/>
      <dgm:t>
        <a:bodyPr/>
        <a:lstStyle/>
        <a:p>
          <a:endParaRPr lang="en-US"/>
        </a:p>
      </dgm:t>
    </dgm:pt>
    <dgm:pt modelId="{73372FFE-3C83-47BA-8DB2-876087BDBE7E}" type="sibTrans" cxnId="{A59B6681-D041-4770-8FE2-847A4B9663FF}">
      <dgm:prSet/>
      <dgm:spPr/>
      <dgm:t>
        <a:bodyPr/>
        <a:lstStyle/>
        <a:p>
          <a:endParaRPr lang="en-US"/>
        </a:p>
      </dgm:t>
    </dgm:pt>
    <dgm:pt modelId="{137766AC-7A2B-4F0C-A69D-C94165C31D99}" type="pres">
      <dgm:prSet presAssocID="{2863D0A1-4688-4C82-BF07-C0136868B155}" presName="Name0" presStyleCnt="0">
        <dgm:presLayoutVars>
          <dgm:dir/>
          <dgm:resizeHandles val="exact"/>
        </dgm:presLayoutVars>
      </dgm:prSet>
      <dgm:spPr/>
    </dgm:pt>
    <dgm:pt modelId="{7AF6A455-53E8-4A53-A3EF-970E42429D7C}" type="pres">
      <dgm:prSet presAssocID="{B98092AE-E8B3-4BC8-A12B-794259C660C0}" presName="node" presStyleLbl="node1" presStyleIdx="0" presStyleCnt="2">
        <dgm:presLayoutVars>
          <dgm:bulletEnabled val="1"/>
        </dgm:presLayoutVars>
      </dgm:prSet>
      <dgm:spPr/>
    </dgm:pt>
    <dgm:pt modelId="{23F58030-AD96-4B7A-8F4C-C84FC29713E7}" type="pres">
      <dgm:prSet presAssocID="{A9476406-B5AB-4AA2-9588-5F512BB72E9B}" presName="sibTrans" presStyleCnt="0"/>
      <dgm:spPr/>
    </dgm:pt>
    <dgm:pt modelId="{61461B7B-D0FA-4054-AAE2-5FFB3794B43C}" type="pres">
      <dgm:prSet presAssocID="{FCC76A07-5A25-41C1-BFB7-B51A548F535D}" presName="node" presStyleLbl="node1" presStyleIdx="1" presStyleCnt="2">
        <dgm:presLayoutVars>
          <dgm:bulletEnabled val="1"/>
        </dgm:presLayoutVars>
      </dgm:prSet>
      <dgm:spPr/>
    </dgm:pt>
  </dgm:ptLst>
  <dgm:cxnLst>
    <dgm:cxn modelId="{944D100E-F83F-4E95-80B0-2359302B5458}" type="presOf" srcId="{FCC76A07-5A25-41C1-BFB7-B51A548F535D}" destId="{61461B7B-D0FA-4054-AAE2-5FFB3794B43C}" srcOrd="0" destOrd="0" presId="urn:microsoft.com/office/officeart/2005/8/layout/hList6"/>
    <dgm:cxn modelId="{9047234E-407A-46FC-8046-11E0EA6FE7E7}" type="presOf" srcId="{B98092AE-E8B3-4BC8-A12B-794259C660C0}" destId="{7AF6A455-53E8-4A53-A3EF-970E42429D7C}" srcOrd="0" destOrd="0" presId="urn:microsoft.com/office/officeart/2005/8/layout/hList6"/>
    <dgm:cxn modelId="{A59B6681-D041-4770-8FE2-847A4B9663FF}" srcId="{2863D0A1-4688-4C82-BF07-C0136868B155}" destId="{FCC76A07-5A25-41C1-BFB7-B51A548F535D}" srcOrd="1" destOrd="0" parTransId="{60AE0DA9-CE36-4A49-9D61-FA277ED8E424}" sibTransId="{73372FFE-3C83-47BA-8DB2-876087BDBE7E}"/>
    <dgm:cxn modelId="{46FE2094-2CDA-470E-917F-626656424686}" srcId="{2863D0A1-4688-4C82-BF07-C0136868B155}" destId="{B98092AE-E8B3-4BC8-A12B-794259C660C0}" srcOrd="0" destOrd="0" parTransId="{2625B18D-04C1-45C9-A9ED-A889B369C873}" sibTransId="{A9476406-B5AB-4AA2-9588-5F512BB72E9B}"/>
    <dgm:cxn modelId="{6F9330CF-05AF-4E4A-8C93-B6E4F19337F2}" type="presOf" srcId="{2863D0A1-4688-4C82-BF07-C0136868B155}" destId="{137766AC-7A2B-4F0C-A69D-C94165C31D99}" srcOrd="0" destOrd="0" presId="urn:microsoft.com/office/officeart/2005/8/layout/hList6"/>
    <dgm:cxn modelId="{DECB1E6E-138C-489A-8FAB-CCC79D6C817E}" type="presParOf" srcId="{137766AC-7A2B-4F0C-A69D-C94165C31D99}" destId="{7AF6A455-53E8-4A53-A3EF-970E42429D7C}" srcOrd="0" destOrd="0" presId="urn:microsoft.com/office/officeart/2005/8/layout/hList6"/>
    <dgm:cxn modelId="{426CF5E4-B27C-4B63-A058-3A60748BA970}" type="presParOf" srcId="{137766AC-7A2B-4F0C-A69D-C94165C31D99}" destId="{23F58030-AD96-4B7A-8F4C-C84FC29713E7}" srcOrd="1" destOrd="0" presId="urn:microsoft.com/office/officeart/2005/8/layout/hList6"/>
    <dgm:cxn modelId="{D1D15BE9-2EAC-4036-9C4E-D9BD68602F3F}" type="presParOf" srcId="{137766AC-7A2B-4F0C-A69D-C94165C31D99}" destId="{61461B7B-D0FA-4054-AAE2-5FFB3794B43C}" srcOrd="2" destOrd="0" presId="urn:microsoft.com/office/officeart/2005/8/layout/hList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B733EF27-8548-418A-963F-D7FF028A4C30}"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A16A8DDF-34B0-4CCA-BF86-BCFA0C2BCD1B}">
      <dgm:prSet/>
      <dgm:spPr/>
      <dgm:t>
        <a:bodyPr/>
        <a:lstStyle/>
        <a:p>
          <a:pPr>
            <a:lnSpc>
              <a:spcPct val="100000"/>
            </a:lnSpc>
          </a:pPr>
          <a:r>
            <a:rPr lang="en-US"/>
            <a:t>Expand the dataset to include multiple regions for better generalization.</a:t>
          </a:r>
        </a:p>
      </dgm:t>
    </dgm:pt>
    <dgm:pt modelId="{10C6D0AA-C093-4EEE-9D8C-864E2A86AD06}" type="parTrans" cxnId="{07243EB1-D7F3-4C95-8CA4-737D5EA13C6D}">
      <dgm:prSet/>
      <dgm:spPr/>
      <dgm:t>
        <a:bodyPr/>
        <a:lstStyle/>
        <a:p>
          <a:endParaRPr lang="en-US"/>
        </a:p>
      </dgm:t>
    </dgm:pt>
    <dgm:pt modelId="{A4377739-A1FC-47A8-BFFF-6E2953C0DFEA}" type="sibTrans" cxnId="{07243EB1-D7F3-4C95-8CA4-737D5EA13C6D}">
      <dgm:prSet/>
      <dgm:spPr/>
      <dgm:t>
        <a:bodyPr/>
        <a:lstStyle/>
        <a:p>
          <a:pPr>
            <a:lnSpc>
              <a:spcPct val="100000"/>
            </a:lnSpc>
          </a:pPr>
          <a:endParaRPr lang="en-US"/>
        </a:p>
      </dgm:t>
    </dgm:pt>
    <dgm:pt modelId="{F7ADC688-FDC5-412E-BD6E-92CD4C9E22DE}">
      <dgm:prSet/>
      <dgm:spPr/>
      <dgm:t>
        <a:bodyPr/>
        <a:lstStyle/>
        <a:p>
          <a:pPr>
            <a:lnSpc>
              <a:spcPct val="100000"/>
            </a:lnSpc>
          </a:pPr>
          <a:r>
            <a:rPr lang="en-US"/>
            <a:t>Integrate spatial data from satellite or radar imagery.</a:t>
          </a:r>
        </a:p>
      </dgm:t>
    </dgm:pt>
    <dgm:pt modelId="{438CC325-3F46-45AE-A35E-00A11845C96D}" type="parTrans" cxnId="{448CCB96-5A46-415B-AFB2-7115146C0145}">
      <dgm:prSet/>
      <dgm:spPr/>
      <dgm:t>
        <a:bodyPr/>
        <a:lstStyle/>
        <a:p>
          <a:endParaRPr lang="en-US"/>
        </a:p>
      </dgm:t>
    </dgm:pt>
    <dgm:pt modelId="{EBD695D8-42F3-4E1B-A15A-875191B4E1F9}" type="sibTrans" cxnId="{448CCB96-5A46-415B-AFB2-7115146C0145}">
      <dgm:prSet/>
      <dgm:spPr/>
      <dgm:t>
        <a:bodyPr/>
        <a:lstStyle/>
        <a:p>
          <a:pPr>
            <a:lnSpc>
              <a:spcPct val="100000"/>
            </a:lnSpc>
          </a:pPr>
          <a:endParaRPr lang="en-US"/>
        </a:p>
      </dgm:t>
    </dgm:pt>
    <dgm:pt modelId="{CC6FD69D-41CB-4E11-A485-B02F03E9E2A6}">
      <dgm:prSet/>
      <dgm:spPr/>
      <dgm:t>
        <a:bodyPr/>
        <a:lstStyle/>
        <a:p>
          <a:pPr>
            <a:lnSpc>
              <a:spcPct val="100000"/>
            </a:lnSpc>
          </a:pPr>
          <a:r>
            <a:rPr lang="en-US"/>
            <a:t>Experiment with automated hyperparameter optimization techniques.</a:t>
          </a:r>
        </a:p>
      </dgm:t>
    </dgm:pt>
    <dgm:pt modelId="{C585842C-27A9-4B81-B183-C53A51F4C1BD}" type="parTrans" cxnId="{51C8D49A-40C6-48A8-8954-5DA55ED5AB1A}">
      <dgm:prSet/>
      <dgm:spPr/>
      <dgm:t>
        <a:bodyPr/>
        <a:lstStyle/>
        <a:p>
          <a:endParaRPr lang="en-US"/>
        </a:p>
      </dgm:t>
    </dgm:pt>
    <dgm:pt modelId="{FB13B72A-2AA6-4481-857B-BF7CE54DEC2B}" type="sibTrans" cxnId="{51C8D49A-40C6-48A8-8954-5DA55ED5AB1A}">
      <dgm:prSet/>
      <dgm:spPr/>
      <dgm:t>
        <a:bodyPr/>
        <a:lstStyle/>
        <a:p>
          <a:pPr>
            <a:lnSpc>
              <a:spcPct val="100000"/>
            </a:lnSpc>
          </a:pPr>
          <a:endParaRPr lang="en-US"/>
        </a:p>
      </dgm:t>
    </dgm:pt>
    <dgm:pt modelId="{B793D96C-569E-4CC7-9145-C6CB77E30C8B}">
      <dgm:prSet/>
      <dgm:spPr/>
      <dgm:t>
        <a:bodyPr/>
        <a:lstStyle/>
        <a:p>
          <a:pPr>
            <a:lnSpc>
              <a:spcPct val="100000"/>
            </a:lnSpc>
          </a:pPr>
          <a:r>
            <a:rPr lang="en-US"/>
            <a:t>Improve cloud-based deployment for real-time performance at scale.</a:t>
          </a:r>
        </a:p>
      </dgm:t>
    </dgm:pt>
    <dgm:pt modelId="{8AB41009-F02D-44BA-9668-712A0862321A}" type="parTrans" cxnId="{AA00D1FC-74ED-411E-8AFB-5C9D260C4FA4}">
      <dgm:prSet/>
      <dgm:spPr/>
      <dgm:t>
        <a:bodyPr/>
        <a:lstStyle/>
        <a:p>
          <a:endParaRPr lang="en-US"/>
        </a:p>
      </dgm:t>
    </dgm:pt>
    <dgm:pt modelId="{0D33900A-766C-45DA-92EB-A3BC94183CE9}" type="sibTrans" cxnId="{AA00D1FC-74ED-411E-8AFB-5C9D260C4FA4}">
      <dgm:prSet/>
      <dgm:spPr/>
      <dgm:t>
        <a:bodyPr/>
        <a:lstStyle/>
        <a:p>
          <a:pPr>
            <a:lnSpc>
              <a:spcPct val="100000"/>
            </a:lnSpc>
          </a:pPr>
          <a:endParaRPr lang="en-US"/>
        </a:p>
      </dgm:t>
    </dgm:pt>
    <dgm:pt modelId="{381F7E12-1D14-4D8F-A6CC-0633C516D8B3}">
      <dgm:prSet/>
      <dgm:spPr/>
      <dgm:t>
        <a:bodyPr/>
        <a:lstStyle/>
        <a:p>
          <a:pPr>
            <a:lnSpc>
              <a:spcPct val="100000"/>
            </a:lnSpc>
          </a:pPr>
          <a:r>
            <a:rPr lang="en-US"/>
            <a:t>Integrate Explainable AI (XAI) for transparency in predictions.</a:t>
          </a:r>
        </a:p>
      </dgm:t>
    </dgm:pt>
    <dgm:pt modelId="{21DE2DC5-9194-4ABF-8646-BA0331E2C4E8}" type="parTrans" cxnId="{C745873B-AF5F-4E34-9F06-C6506ADC9809}">
      <dgm:prSet/>
      <dgm:spPr/>
      <dgm:t>
        <a:bodyPr/>
        <a:lstStyle/>
        <a:p>
          <a:endParaRPr lang="en-US"/>
        </a:p>
      </dgm:t>
    </dgm:pt>
    <dgm:pt modelId="{63222A6B-D7DE-435D-850E-2D8FB27BFA85}" type="sibTrans" cxnId="{C745873B-AF5F-4E34-9F06-C6506ADC9809}">
      <dgm:prSet/>
      <dgm:spPr/>
      <dgm:t>
        <a:bodyPr/>
        <a:lstStyle/>
        <a:p>
          <a:endParaRPr lang="en-US"/>
        </a:p>
      </dgm:t>
    </dgm:pt>
    <dgm:pt modelId="{2653D1F8-6728-47E4-8A21-0750E6931CAF}" type="pres">
      <dgm:prSet presAssocID="{B733EF27-8548-418A-963F-D7FF028A4C30}" presName="root" presStyleCnt="0">
        <dgm:presLayoutVars>
          <dgm:dir/>
          <dgm:resizeHandles val="exact"/>
        </dgm:presLayoutVars>
      </dgm:prSet>
      <dgm:spPr/>
    </dgm:pt>
    <dgm:pt modelId="{C1B1705E-9CCC-47EA-8E2D-40817691A6CA}" type="pres">
      <dgm:prSet presAssocID="{B733EF27-8548-418A-963F-D7FF028A4C30}" presName="container" presStyleCnt="0">
        <dgm:presLayoutVars>
          <dgm:dir/>
          <dgm:resizeHandles val="exact"/>
        </dgm:presLayoutVars>
      </dgm:prSet>
      <dgm:spPr/>
    </dgm:pt>
    <dgm:pt modelId="{3BD74540-8516-4977-A693-B1D44D5648DA}" type="pres">
      <dgm:prSet presAssocID="{A16A8DDF-34B0-4CCA-BF86-BCFA0C2BCD1B}" presName="compNode" presStyleCnt="0"/>
      <dgm:spPr/>
    </dgm:pt>
    <dgm:pt modelId="{21B09261-49D5-49EB-8F62-620630F30836}" type="pres">
      <dgm:prSet presAssocID="{A16A8DDF-34B0-4CCA-BF86-BCFA0C2BCD1B}" presName="iconBgRect" presStyleLbl="bgShp" presStyleIdx="0" presStyleCnt="5"/>
      <dgm:spPr/>
    </dgm:pt>
    <dgm:pt modelId="{4D44E2B2-8F04-4167-9345-B07C37E7BFD4}" type="pres">
      <dgm:prSet presAssocID="{A16A8DDF-34B0-4CCA-BF86-BCFA0C2BCD1B}"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atabase"/>
        </a:ext>
      </dgm:extLst>
    </dgm:pt>
    <dgm:pt modelId="{8678A034-4C27-4423-8C5D-D3F422823D80}" type="pres">
      <dgm:prSet presAssocID="{A16A8DDF-34B0-4CCA-BF86-BCFA0C2BCD1B}" presName="spaceRect" presStyleCnt="0"/>
      <dgm:spPr/>
    </dgm:pt>
    <dgm:pt modelId="{8748130C-6B48-4DD0-BA87-419CE4BE7C40}" type="pres">
      <dgm:prSet presAssocID="{A16A8DDF-34B0-4CCA-BF86-BCFA0C2BCD1B}" presName="textRect" presStyleLbl="revTx" presStyleIdx="0" presStyleCnt="5">
        <dgm:presLayoutVars>
          <dgm:chMax val="1"/>
          <dgm:chPref val="1"/>
        </dgm:presLayoutVars>
      </dgm:prSet>
      <dgm:spPr/>
    </dgm:pt>
    <dgm:pt modelId="{085BDFA0-9534-4991-A35A-A566E4C57CEC}" type="pres">
      <dgm:prSet presAssocID="{A4377739-A1FC-47A8-BFFF-6E2953C0DFEA}" presName="sibTrans" presStyleLbl="sibTrans2D1" presStyleIdx="0" presStyleCnt="0"/>
      <dgm:spPr/>
    </dgm:pt>
    <dgm:pt modelId="{E9718C9C-C92E-431F-AB94-C97C86D451A4}" type="pres">
      <dgm:prSet presAssocID="{F7ADC688-FDC5-412E-BD6E-92CD4C9E22DE}" presName="compNode" presStyleCnt="0"/>
      <dgm:spPr/>
    </dgm:pt>
    <dgm:pt modelId="{C5B93983-DE3A-4C21-992C-75161AB9F255}" type="pres">
      <dgm:prSet presAssocID="{F7ADC688-FDC5-412E-BD6E-92CD4C9E22DE}" presName="iconBgRect" presStyleLbl="bgShp" presStyleIdx="1" presStyleCnt="5"/>
      <dgm:spPr/>
    </dgm:pt>
    <dgm:pt modelId="{FBD16DED-6ABB-49DF-83D2-29EC29082EA0}" type="pres">
      <dgm:prSet presAssocID="{F7ADC688-FDC5-412E-BD6E-92CD4C9E22DE}"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Satellite"/>
        </a:ext>
      </dgm:extLst>
    </dgm:pt>
    <dgm:pt modelId="{D0A562E8-4160-4852-A7AF-801D9B4ECC7D}" type="pres">
      <dgm:prSet presAssocID="{F7ADC688-FDC5-412E-BD6E-92CD4C9E22DE}" presName="spaceRect" presStyleCnt="0"/>
      <dgm:spPr/>
    </dgm:pt>
    <dgm:pt modelId="{8D33924C-BD3E-49F5-B3A0-54818291E325}" type="pres">
      <dgm:prSet presAssocID="{F7ADC688-FDC5-412E-BD6E-92CD4C9E22DE}" presName="textRect" presStyleLbl="revTx" presStyleIdx="1" presStyleCnt="5">
        <dgm:presLayoutVars>
          <dgm:chMax val="1"/>
          <dgm:chPref val="1"/>
        </dgm:presLayoutVars>
      </dgm:prSet>
      <dgm:spPr/>
    </dgm:pt>
    <dgm:pt modelId="{191E6473-B023-43C5-83D0-43DCB68D63EF}" type="pres">
      <dgm:prSet presAssocID="{EBD695D8-42F3-4E1B-A15A-875191B4E1F9}" presName="sibTrans" presStyleLbl="sibTrans2D1" presStyleIdx="0" presStyleCnt="0"/>
      <dgm:spPr/>
    </dgm:pt>
    <dgm:pt modelId="{65DC274D-71A6-47AE-9593-136E830CFB9F}" type="pres">
      <dgm:prSet presAssocID="{CC6FD69D-41CB-4E11-A485-B02F03E9E2A6}" presName="compNode" presStyleCnt="0"/>
      <dgm:spPr/>
    </dgm:pt>
    <dgm:pt modelId="{6C70BFA2-34EA-4A23-8A6C-6819991D9D3C}" type="pres">
      <dgm:prSet presAssocID="{CC6FD69D-41CB-4E11-A485-B02F03E9E2A6}" presName="iconBgRect" presStyleLbl="bgShp" presStyleIdx="2" presStyleCnt="5"/>
      <dgm:spPr/>
    </dgm:pt>
    <dgm:pt modelId="{FC68F836-D7A0-4077-98B0-7612E7C0F04A}" type="pres">
      <dgm:prSet presAssocID="{CC6FD69D-41CB-4E11-A485-B02F03E9E2A6}"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Gears"/>
        </a:ext>
      </dgm:extLst>
    </dgm:pt>
    <dgm:pt modelId="{D662A0DB-0F1A-42D6-B848-E42044235C23}" type="pres">
      <dgm:prSet presAssocID="{CC6FD69D-41CB-4E11-A485-B02F03E9E2A6}" presName="spaceRect" presStyleCnt="0"/>
      <dgm:spPr/>
    </dgm:pt>
    <dgm:pt modelId="{8F218985-E73D-473B-8644-A0FDB5AE55AA}" type="pres">
      <dgm:prSet presAssocID="{CC6FD69D-41CB-4E11-A485-B02F03E9E2A6}" presName="textRect" presStyleLbl="revTx" presStyleIdx="2" presStyleCnt="5">
        <dgm:presLayoutVars>
          <dgm:chMax val="1"/>
          <dgm:chPref val="1"/>
        </dgm:presLayoutVars>
      </dgm:prSet>
      <dgm:spPr/>
    </dgm:pt>
    <dgm:pt modelId="{2F2DFF2A-0421-45AF-9F56-625A7F296AD1}" type="pres">
      <dgm:prSet presAssocID="{FB13B72A-2AA6-4481-857B-BF7CE54DEC2B}" presName="sibTrans" presStyleLbl="sibTrans2D1" presStyleIdx="0" presStyleCnt="0"/>
      <dgm:spPr/>
    </dgm:pt>
    <dgm:pt modelId="{A82AECA6-0214-47C5-8668-8973CCAD320C}" type="pres">
      <dgm:prSet presAssocID="{B793D96C-569E-4CC7-9145-C6CB77E30C8B}" presName="compNode" presStyleCnt="0"/>
      <dgm:spPr/>
    </dgm:pt>
    <dgm:pt modelId="{3A59F20A-87C4-4CD6-8D78-DD10C048706B}" type="pres">
      <dgm:prSet presAssocID="{B793D96C-569E-4CC7-9145-C6CB77E30C8B}" presName="iconBgRect" presStyleLbl="bgShp" presStyleIdx="3" presStyleCnt="5"/>
      <dgm:spPr/>
    </dgm:pt>
    <dgm:pt modelId="{6E9A60DC-213D-4D8F-B2F3-670200E5E385}" type="pres">
      <dgm:prSet presAssocID="{B793D96C-569E-4CC7-9145-C6CB77E30C8B}"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Syncing Cloud"/>
        </a:ext>
      </dgm:extLst>
    </dgm:pt>
    <dgm:pt modelId="{8299CF2E-D338-4830-9B4A-3F5544BC1F5A}" type="pres">
      <dgm:prSet presAssocID="{B793D96C-569E-4CC7-9145-C6CB77E30C8B}" presName="spaceRect" presStyleCnt="0"/>
      <dgm:spPr/>
    </dgm:pt>
    <dgm:pt modelId="{EA9B27DE-D12A-4B75-9180-7089D821997D}" type="pres">
      <dgm:prSet presAssocID="{B793D96C-569E-4CC7-9145-C6CB77E30C8B}" presName="textRect" presStyleLbl="revTx" presStyleIdx="3" presStyleCnt="5">
        <dgm:presLayoutVars>
          <dgm:chMax val="1"/>
          <dgm:chPref val="1"/>
        </dgm:presLayoutVars>
      </dgm:prSet>
      <dgm:spPr/>
    </dgm:pt>
    <dgm:pt modelId="{B9193C8B-5BC7-4F0B-BA78-55F648CE5DAA}" type="pres">
      <dgm:prSet presAssocID="{0D33900A-766C-45DA-92EB-A3BC94183CE9}" presName="sibTrans" presStyleLbl="sibTrans2D1" presStyleIdx="0" presStyleCnt="0"/>
      <dgm:spPr/>
    </dgm:pt>
    <dgm:pt modelId="{6CABC5B4-2883-41EB-9B80-B7DF5269EF2B}" type="pres">
      <dgm:prSet presAssocID="{381F7E12-1D14-4D8F-A6CC-0633C516D8B3}" presName="compNode" presStyleCnt="0"/>
      <dgm:spPr/>
    </dgm:pt>
    <dgm:pt modelId="{6ABC11E8-065D-41D1-B5F8-5B6DBB8C4CFA}" type="pres">
      <dgm:prSet presAssocID="{381F7E12-1D14-4D8F-A6CC-0633C516D8B3}" presName="iconBgRect" presStyleLbl="bgShp" presStyleIdx="4" presStyleCnt="5"/>
      <dgm:spPr/>
    </dgm:pt>
    <dgm:pt modelId="{5A686B77-E98E-4E28-9299-C048F42E9E3D}" type="pres">
      <dgm:prSet presAssocID="{381F7E12-1D14-4D8F-A6CC-0633C516D8B3}"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Robot"/>
        </a:ext>
      </dgm:extLst>
    </dgm:pt>
    <dgm:pt modelId="{0902BF6A-F6B5-435A-B3E0-982AAC3EDE5D}" type="pres">
      <dgm:prSet presAssocID="{381F7E12-1D14-4D8F-A6CC-0633C516D8B3}" presName="spaceRect" presStyleCnt="0"/>
      <dgm:spPr/>
    </dgm:pt>
    <dgm:pt modelId="{252B172A-0546-454D-B817-CCAB86AE2C7F}" type="pres">
      <dgm:prSet presAssocID="{381F7E12-1D14-4D8F-A6CC-0633C516D8B3}" presName="textRect" presStyleLbl="revTx" presStyleIdx="4" presStyleCnt="5">
        <dgm:presLayoutVars>
          <dgm:chMax val="1"/>
          <dgm:chPref val="1"/>
        </dgm:presLayoutVars>
      </dgm:prSet>
      <dgm:spPr/>
    </dgm:pt>
  </dgm:ptLst>
  <dgm:cxnLst>
    <dgm:cxn modelId="{3DAA3814-65DE-4974-AB88-585E57109CED}" type="presOf" srcId="{0D33900A-766C-45DA-92EB-A3BC94183CE9}" destId="{B9193C8B-5BC7-4F0B-BA78-55F648CE5DAA}" srcOrd="0" destOrd="0" presId="urn:microsoft.com/office/officeart/2018/2/layout/IconCircleList"/>
    <dgm:cxn modelId="{3BFA4325-D29D-402F-BEE9-865BE8DAEB0E}" type="presOf" srcId="{CC6FD69D-41CB-4E11-A485-B02F03E9E2A6}" destId="{8F218985-E73D-473B-8644-A0FDB5AE55AA}" srcOrd="0" destOrd="0" presId="urn:microsoft.com/office/officeart/2018/2/layout/IconCircleList"/>
    <dgm:cxn modelId="{C745873B-AF5F-4E34-9F06-C6506ADC9809}" srcId="{B733EF27-8548-418A-963F-D7FF028A4C30}" destId="{381F7E12-1D14-4D8F-A6CC-0633C516D8B3}" srcOrd="4" destOrd="0" parTransId="{21DE2DC5-9194-4ABF-8646-BA0331E2C4E8}" sibTransId="{63222A6B-D7DE-435D-850E-2D8FB27BFA85}"/>
    <dgm:cxn modelId="{EE841543-CF66-4C64-ABCD-87F05FFCEB9F}" type="presOf" srcId="{381F7E12-1D14-4D8F-A6CC-0633C516D8B3}" destId="{252B172A-0546-454D-B817-CCAB86AE2C7F}" srcOrd="0" destOrd="0" presId="urn:microsoft.com/office/officeart/2018/2/layout/IconCircleList"/>
    <dgm:cxn modelId="{32131585-B99B-4000-9ECD-2CE303A5002F}" type="presOf" srcId="{EBD695D8-42F3-4E1B-A15A-875191B4E1F9}" destId="{191E6473-B023-43C5-83D0-43DCB68D63EF}" srcOrd="0" destOrd="0" presId="urn:microsoft.com/office/officeart/2018/2/layout/IconCircleList"/>
    <dgm:cxn modelId="{9630AB8A-F5E3-4B98-95AC-8A3D6FAA749D}" type="presOf" srcId="{F7ADC688-FDC5-412E-BD6E-92CD4C9E22DE}" destId="{8D33924C-BD3E-49F5-B3A0-54818291E325}" srcOrd="0" destOrd="0" presId="urn:microsoft.com/office/officeart/2018/2/layout/IconCircleList"/>
    <dgm:cxn modelId="{448CCB96-5A46-415B-AFB2-7115146C0145}" srcId="{B733EF27-8548-418A-963F-D7FF028A4C30}" destId="{F7ADC688-FDC5-412E-BD6E-92CD4C9E22DE}" srcOrd="1" destOrd="0" parTransId="{438CC325-3F46-45AE-A35E-00A11845C96D}" sibTransId="{EBD695D8-42F3-4E1B-A15A-875191B4E1F9}"/>
    <dgm:cxn modelId="{51C8D49A-40C6-48A8-8954-5DA55ED5AB1A}" srcId="{B733EF27-8548-418A-963F-D7FF028A4C30}" destId="{CC6FD69D-41CB-4E11-A485-B02F03E9E2A6}" srcOrd="2" destOrd="0" parTransId="{C585842C-27A9-4B81-B183-C53A51F4C1BD}" sibTransId="{FB13B72A-2AA6-4481-857B-BF7CE54DEC2B}"/>
    <dgm:cxn modelId="{DFF4EEAA-F571-4168-8229-2363F5B1D274}" type="presOf" srcId="{A4377739-A1FC-47A8-BFFF-6E2953C0DFEA}" destId="{085BDFA0-9534-4991-A35A-A566E4C57CEC}" srcOrd="0" destOrd="0" presId="urn:microsoft.com/office/officeart/2018/2/layout/IconCircleList"/>
    <dgm:cxn modelId="{07243EB1-D7F3-4C95-8CA4-737D5EA13C6D}" srcId="{B733EF27-8548-418A-963F-D7FF028A4C30}" destId="{A16A8DDF-34B0-4CCA-BF86-BCFA0C2BCD1B}" srcOrd="0" destOrd="0" parTransId="{10C6D0AA-C093-4EEE-9D8C-864E2A86AD06}" sibTransId="{A4377739-A1FC-47A8-BFFF-6E2953C0DFEA}"/>
    <dgm:cxn modelId="{0A8A4AE5-175D-477B-814E-D4F04B226DAC}" type="presOf" srcId="{B733EF27-8548-418A-963F-D7FF028A4C30}" destId="{2653D1F8-6728-47E4-8A21-0750E6931CAF}" srcOrd="0" destOrd="0" presId="urn:microsoft.com/office/officeart/2018/2/layout/IconCircleList"/>
    <dgm:cxn modelId="{D6CDE2E8-0065-421A-91B7-843121D1228E}" type="presOf" srcId="{B793D96C-569E-4CC7-9145-C6CB77E30C8B}" destId="{EA9B27DE-D12A-4B75-9180-7089D821997D}" srcOrd="0" destOrd="0" presId="urn:microsoft.com/office/officeart/2018/2/layout/IconCircleList"/>
    <dgm:cxn modelId="{075E3BEF-5B44-47FB-A64C-CFB5CB7ABF20}" type="presOf" srcId="{A16A8DDF-34B0-4CCA-BF86-BCFA0C2BCD1B}" destId="{8748130C-6B48-4DD0-BA87-419CE4BE7C40}" srcOrd="0" destOrd="0" presId="urn:microsoft.com/office/officeart/2018/2/layout/IconCircleList"/>
    <dgm:cxn modelId="{8C105AF1-F783-4DD4-B6B5-F65963E25215}" type="presOf" srcId="{FB13B72A-2AA6-4481-857B-BF7CE54DEC2B}" destId="{2F2DFF2A-0421-45AF-9F56-625A7F296AD1}" srcOrd="0" destOrd="0" presId="urn:microsoft.com/office/officeart/2018/2/layout/IconCircleList"/>
    <dgm:cxn modelId="{AA00D1FC-74ED-411E-8AFB-5C9D260C4FA4}" srcId="{B733EF27-8548-418A-963F-D7FF028A4C30}" destId="{B793D96C-569E-4CC7-9145-C6CB77E30C8B}" srcOrd="3" destOrd="0" parTransId="{8AB41009-F02D-44BA-9668-712A0862321A}" sibTransId="{0D33900A-766C-45DA-92EB-A3BC94183CE9}"/>
    <dgm:cxn modelId="{46675C79-7BEA-400C-8E93-560CD3BCBCAD}" type="presParOf" srcId="{2653D1F8-6728-47E4-8A21-0750E6931CAF}" destId="{C1B1705E-9CCC-47EA-8E2D-40817691A6CA}" srcOrd="0" destOrd="0" presId="urn:microsoft.com/office/officeart/2018/2/layout/IconCircleList"/>
    <dgm:cxn modelId="{46B61A78-7577-43CC-8A22-4250C96DCA96}" type="presParOf" srcId="{C1B1705E-9CCC-47EA-8E2D-40817691A6CA}" destId="{3BD74540-8516-4977-A693-B1D44D5648DA}" srcOrd="0" destOrd="0" presId="urn:microsoft.com/office/officeart/2018/2/layout/IconCircleList"/>
    <dgm:cxn modelId="{98F50BBC-D678-41BE-A6B1-E0FD643889ED}" type="presParOf" srcId="{3BD74540-8516-4977-A693-B1D44D5648DA}" destId="{21B09261-49D5-49EB-8F62-620630F30836}" srcOrd="0" destOrd="0" presId="urn:microsoft.com/office/officeart/2018/2/layout/IconCircleList"/>
    <dgm:cxn modelId="{E7FFA4ED-2956-43F1-9A3C-7635A7316138}" type="presParOf" srcId="{3BD74540-8516-4977-A693-B1D44D5648DA}" destId="{4D44E2B2-8F04-4167-9345-B07C37E7BFD4}" srcOrd="1" destOrd="0" presId="urn:microsoft.com/office/officeart/2018/2/layout/IconCircleList"/>
    <dgm:cxn modelId="{23BFE69E-FC11-45F8-AFE6-870DE11A6443}" type="presParOf" srcId="{3BD74540-8516-4977-A693-B1D44D5648DA}" destId="{8678A034-4C27-4423-8C5D-D3F422823D80}" srcOrd="2" destOrd="0" presId="urn:microsoft.com/office/officeart/2018/2/layout/IconCircleList"/>
    <dgm:cxn modelId="{C6AB493C-70CE-49EF-A740-5F20F15DBE8C}" type="presParOf" srcId="{3BD74540-8516-4977-A693-B1D44D5648DA}" destId="{8748130C-6B48-4DD0-BA87-419CE4BE7C40}" srcOrd="3" destOrd="0" presId="urn:microsoft.com/office/officeart/2018/2/layout/IconCircleList"/>
    <dgm:cxn modelId="{E2AECA99-4FFE-42F3-8617-8312A2881432}" type="presParOf" srcId="{C1B1705E-9CCC-47EA-8E2D-40817691A6CA}" destId="{085BDFA0-9534-4991-A35A-A566E4C57CEC}" srcOrd="1" destOrd="0" presId="urn:microsoft.com/office/officeart/2018/2/layout/IconCircleList"/>
    <dgm:cxn modelId="{721078B1-3482-4191-88BB-444E387E7BC1}" type="presParOf" srcId="{C1B1705E-9CCC-47EA-8E2D-40817691A6CA}" destId="{E9718C9C-C92E-431F-AB94-C97C86D451A4}" srcOrd="2" destOrd="0" presId="urn:microsoft.com/office/officeart/2018/2/layout/IconCircleList"/>
    <dgm:cxn modelId="{DF342F66-CD8C-4C46-AC80-B8E272A8E3BD}" type="presParOf" srcId="{E9718C9C-C92E-431F-AB94-C97C86D451A4}" destId="{C5B93983-DE3A-4C21-992C-75161AB9F255}" srcOrd="0" destOrd="0" presId="urn:microsoft.com/office/officeart/2018/2/layout/IconCircleList"/>
    <dgm:cxn modelId="{2BE2DBEC-AC4D-44CD-9B62-4DF10E138841}" type="presParOf" srcId="{E9718C9C-C92E-431F-AB94-C97C86D451A4}" destId="{FBD16DED-6ABB-49DF-83D2-29EC29082EA0}" srcOrd="1" destOrd="0" presId="urn:microsoft.com/office/officeart/2018/2/layout/IconCircleList"/>
    <dgm:cxn modelId="{0888AEFC-76F4-4E30-AC94-4C298DB88D65}" type="presParOf" srcId="{E9718C9C-C92E-431F-AB94-C97C86D451A4}" destId="{D0A562E8-4160-4852-A7AF-801D9B4ECC7D}" srcOrd="2" destOrd="0" presId="urn:microsoft.com/office/officeart/2018/2/layout/IconCircleList"/>
    <dgm:cxn modelId="{AC823EE8-0960-445A-841D-3AA276ED351E}" type="presParOf" srcId="{E9718C9C-C92E-431F-AB94-C97C86D451A4}" destId="{8D33924C-BD3E-49F5-B3A0-54818291E325}" srcOrd="3" destOrd="0" presId="urn:microsoft.com/office/officeart/2018/2/layout/IconCircleList"/>
    <dgm:cxn modelId="{C9FD46D3-A8A4-4CE1-BD78-7D57C9873722}" type="presParOf" srcId="{C1B1705E-9CCC-47EA-8E2D-40817691A6CA}" destId="{191E6473-B023-43C5-83D0-43DCB68D63EF}" srcOrd="3" destOrd="0" presId="urn:microsoft.com/office/officeart/2018/2/layout/IconCircleList"/>
    <dgm:cxn modelId="{E118357C-A6F1-4260-B0E2-D25E125EB391}" type="presParOf" srcId="{C1B1705E-9CCC-47EA-8E2D-40817691A6CA}" destId="{65DC274D-71A6-47AE-9593-136E830CFB9F}" srcOrd="4" destOrd="0" presId="urn:microsoft.com/office/officeart/2018/2/layout/IconCircleList"/>
    <dgm:cxn modelId="{1284A057-E702-427D-B763-C719ADD9007A}" type="presParOf" srcId="{65DC274D-71A6-47AE-9593-136E830CFB9F}" destId="{6C70BFA2-34EA-4A23-8A6C-6819991D9D3C}" srcOrd="0" destOrd="0" presId="urn:microsoft.com/office/officeart/2018/2/layout/IconCircleList"/>
    <dgm:cxn modelId="{5272D779-1EF5-4E52-8F71-B8C84E59A9C8}" type="presParOf" srcId="{65DC274D-71A6-47AE-9593-136E830CFB9F}" destId="{FC68F836-D7A0-4077-98B0-7612E7C0F04A}" srcOrd="1" destOrd="0" presId="urn:microsoft.com/office/officeart/2018/2/layout/IconCircleList"/>
    <dgm:cxn modelId="{1FC63ADD-7FC6-4877-8D61-C562F4DF90D1}" type="presParOf" srcId="{65DC274D-71A6-47AE-9593-136E830CFB9F}" destId="{D662A0DB-0F1A-42D6-B848-E42044235C23}" srcOrd="2" destOrd="0" presId="urn:microsoft.com/office/officeart/2018/2/layout/IconCircleList"/>
    <dgm:cxn modelId="{68851D94-4FC2-4C60-8F5C-B7F12E07E5A9}" type="presParOf" srcId="{65DC274D-71A6-47AE-9593-136E830CFB9F}" destId="{8F218985-E73D-473B-8644-A0FDB5AE55AA}" srcOrd="3" destOrd="0" presId="urn:microsoft.com/office/officeart/2018/2/layout/IconCircleList"/>
    <dgm:cxn modelId="{94963EBF-A0E5-4A8E-AC3D-91BB31E20862}" type="presParOf" srcId="{C1B1705E-9CCC-47EA-8E2D-40817691A6CA}" destId="{2F2DFF2A-0421-45AF-9F56-625A7F296AD1}" srcOrd="5" destOrd="0" presId="urn:microsoft.com/office/officeart/2018/2/layout/IconCircleList"/>
    <dgm:cxn modelId="{F67F4036-ACBA-4582-A30E-19190B3761CC}" type="presParOf" srcId="{C1B1705E-9CCC-47EA-8E2D-40817691A6CA}" destId="{A82AECA6-0214-47C5-8668-8973CCAD320C}" srcOrd="6" destOrd="0" presId="urn:microsoft.com/office/officeart/2018/2/layout/IconCircleList"/>
    <dgm:cxn modelId="{50C85A3D-704B-4519-A5E3-6B23AE58AA97}" type="presParOf" srcId="{A82AECA6-0214-47C5-8668-8973CCAD320C}" destId="{3A59F20A-87C4-4CD6-8D78-DD10C048706B}" srcOrd="0" destOrd="0" presId="urn:microsoft.com/office/officeart/2018/2/layout/IconCircleList"/>
    <dgm:cxn modelId="{ACAFB049-8177-40E4-9FC0-86F814D89649}" type="presParOf" srcId="{A82AECA6-0214-47C5-8668-8973CCAD320C}" destId="{6E9A60DC-213D-4D8F-B2F3-670200E5E385}" srcOrd="1" destOrd="0" presId="urn:microsoft.com/office/officeart/2018/2/layout/IconCircleList"/>
    <dgm:cxn modelId="{8337562F-82C9-42B3-B9D5-A695FF101E9D}" type="presParOf" srcId="{A82AECA6-0214-47C5-8668-8973CCAD320C}" destId="{8299CF2E-D338-4830-9B4A-3F5544BC1F5A}" srcOrd="2" destOrd="0" presId="urn:microsoft.com/office/officeart/2018/2/layout/IconCircleList"/>
    <dgm:cxn modelId="{AB62E35D-D5D1-480E-8F30-3AF4B8190985}" type="presParOf" srcId="{A82AECA6-0214-47C5-8668-8973CCAD320C}" destId="{EA9B27DE-D12A-4B75-9180-7089D821997D}" srcOrd="3" destOrd="0" presId="urn:microsoft.com/office/officeart/2018/2/layout/IconCircleList"/>
    <dgm:cxn modelId="{E5D0FD33-EADE-4CD5-88C7-FB6F87F55945}" type="presParOf" srcId="{C1B1705E-9CCC-47EA-8E2D-40817691A6CA}" destId="{B9193C8B-5BC7-4F0B-BA78-55F648CE5DAA}" srcOrd="7" destOrd="0" presId="urn:microsoft.com/office/officeart/2018/2/layout/IconCircleList"/>
    <dgm:cxn modelId="{2C7E8D5D-7E72-4C36-BBB7-F1448852C84B}" type="presParOf" srcId="{C1B1705E-9CCC-47EA-8E2D-40817691A6CA}" destId="{6CABC5B4-2883-41EB-9B80-B7DF5269EF2B}" srcOrd="8" destOrd="0" presId="urn:microsoft.com/office/officeart/2018/2/layout/IconCircleList"/>
    <dgm:cxn modelId="{AF5AEE21-F1FA-4E83-90A3-89F3A83DF09B}" type="presParOf" srcId="{6CABC5B4-2883-41EB-9B80-B7DF5269EF2B}" destId="{6ABC11E8-065D-41D1-B5F8-5B6DBB8C4CFA}" srcOrd="0" destOrd="0" presId="urn:microsoft.com/office/officeart/2018/2/layout/IconCircleList"/>
    <dgm:cxn modelId="{E6664CFF-AB47-4C3F-B69F-D51255393092}" type="presParOf" srcId="{6CABC5B4-2883-41EB-9B80-B7DF5269EF2B}" destId="{5A686B77-E98E-4E28-9299-C048F42E9E3D}" srcOrd="1" destOrd="0" presId="urn:microsoft.com/office/officeart/2018/2/layout/IconCircleList"/>
    <dgm:cxn modelId="{1087E1AC-F8D2-4183-813F-6346CAA80DAA}" type="presParOf" srcId="{6CABC5B4-2883-41EB-9B80-B7DF5269EF2B}" destId="{0902BF6A-F6B5-435A-B3E0-982AAC3EDE5D}" srcOrd="2" destOrd="0" presId="urn:microsoft.com/office/officeart/2018/2/layout/IconCircleList"/>
    <dgm:cxn modelId="{42F7DE39-6BB3-4E44-89F1-2D3E55DB28E4}" type="presParOf" srcId="{6CABC5B4-2883-41EB-9B80-B7DF5269EF2B}" destId="{252B172A-0546-454D-B817-CCAB86AE2C7F}" srcOrd="3" destOrd="0" presId="urn:microsoft.com/office/officeart/2018/2/layout/IconCircle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C9DDA88E-5310-452A-A2AD-762036B33518}" type="doc">
      <dgm:prSet loTypeId="urn:microsoft.com/office/officeart/2005/8/layout/cycle8" loCatId="cycle" qsTypeId="urn:microsoft.com/office/officeart/2005/8/quickstyle/simple1" qsCatId="simple" csTypeId="urn:microsoft.com/office/officeart/2005/8/colors/accent6_2" csCatId="accent6"/>
      <dgm:spPr/>
      <dgm:t>
        <a:bodyPr/>
        <a:lstStyle/>
        <a:p>
          <a:endParaRPr lang="en-US"/>
        </a:p>
      </dgm:t>
    </dgm:pt>
    <dgm:pt modelId="{4EE03FA9-B7E8-4B4B-8F49-ECF5F12BFAB3}">
      <dgm:prSet/>
      <dgm:spPr/>
      <dgm:t>
        <a:bodyPr/>
        <a:lstStyle/>
        <a:p>
          <a:r>
            <a:rPr lang="en-US" b="1"/>
            <a:t>Development of an End-to-End System:</a:t>
          </a:r>
          <a:r>
            <a:rPr lang="en-US"/>
            <a:t> A fully functional, deep learning-based climate forecasting system.</a:t>
          </a:r>
        </a:p>
      </dgm:t>
    </dgm:pt>
    <dgm:pt modelId="{C72626DC-6F64-4FC2-8E41-550FE1AC99F2}" type="parTrans" cxnId="{CE1EC4F6-7708-4576-AA75-49A4F071F6F6}">
      <dgm:prSet/>
      <dgm:spPr/>
      <dgm:t>
        <a:bodyPr/>
        <a:lstStyle/>
        <a:p>
          <a:endParaRPr lang="en-US"/>
        </a:p>
      </dgm:t>
    </dgm:pt>
    <dgm:pt modelId="{32F4AEAE-45DD-4DF7-8EBE-1985FAB8F38F}" type="sibTrans" cxnId="{CE1EC4F6-7708-4576-AA75-49A4F071F6F6}">
      <dgm:prSet/>
      <dgm:spPr/>
      <dgm:t>
        <a:bodyPr/>
        <a:lstStyle/>
        <a:p>
          <a:endParaRPr lang="en-US"/>
        </a:p>
      </dgm:t>
    </dgm:pt>
    <dgm:pt modelId="{18C234C4-1AD1-48A4-9C14-B30089672C6B}">
      <dgm:prSet/>
      <dgm:spPr/>
      <dgm:t>
        <a:bodyPr/>
        <a:lstStyle/>
        <a:p>
          <a:r>
            <a:rPr lang="en-US" b="1"/>
            <a:t>Practical Application:</a:t>
          </a:r>
          <a:r>
            <a:rPr lang="en-US"/>
            <a:t> The system provides actionable insights for agriculture, disaster management, and environmental planning.</a:t>
          </a:r>
        </a:p>
      </dgm:t>
    </dgm:pt>
    <dgm:pt modelId="{53CD1CBE-9A8F-4BAA-B64A-B5738DEE7AA7}" type="parTrans" cxnId="{7305E012-FD4A-437F-920B-215C54341FD6}">
      <dgm:prSet/>
      <dgm:spPr/>
      <dgm:t>
        <a:bodyPr/>
        <a:lstStyle/>
        <a:p>
          <a:endParaRPr lang="en-US"/>
        </a:p>
      </dgm:t>
    </dgm:pt>
    <dgm:pt modelId="{F9F494B8-3A02-421C-96E8-B21A1E597EDD}" type="sibTrans" cxnId="{7305E012-FD4A-437F-920B-215C54341FD6}">
      <dgm:prSet/>
      <dgm:spPr/>
      <dgm:t>
        <a:bodyPr/>
        <a:lstStyle/>
        <a:p>
          <a:endParaRPr lang="en-US"/>
        </a:p>
      </dgm:t>
    </dgm:pt>
    <dgm:pt modelId="{CE9052AF-B5EC-46F0-95FF-F9DEA1F80353}">
      <dgm:prSet/>
      <dgm:spPr/>
      <dgm:t>
        <a:bodyPr/>
        <a:lstStyle/>
        <a:p>
          <a:r>
            <a:rPr lang="en-US" b="1"/>
            <a:t>Web-Based Deployment:</a:t>
          </a:r>
          <a:r>
            <a:rPr lang="en-US"/>
            <a:t> Successfully deployed a user-friendly web application that allows non-experts to interact with the model.</a:t>
          </a:r>
        </a:p>
      </dgm:t>
    </dgm:pt>
    <dgm:pt modelId="{81024BDC-46DB-4D29-8B7A-CE534AA39A65}" type="parTrans" cxnId="{DE951AF9-2234-4D43-B0AE-F60701DDC709}">
      <dgm:prSet/>
      <dgm:spPr/>
      <dgm:t>
        <a:bodyPr/>
        <a:lstStyle/>
        <a:p>
          <a:endParaRPr lang="en-US"/>
        </a:p>
      </dgm:t>
    </dgm:pt>
    <dgm:pt modelId="{CAF6D5C7-8223-4B2A-A9D6-1E5E97226BF2}" type="sibTrans" cxnId="{DE951AF9-2234-4D43-B0AE-F60701DDC709}">
      <dgm:prSet/>
      <dgm:spPr/>
      <dgm:t>
        <a:bodyPr/>
        <a:lstStyle/>
        <a:p>
          <a:endParaRPr lang="en-US"/>
        </a:p>
      </dgm:t>
    </dgm:pt>
    <dgm:pt modelId="{201055D0-4B78-43F6-BF02-66C6892CFFE3}">
      <dgm:prSet/>
      <dgm:spPr/>
      <dgm:t>
        <a:bodyPr/>
        <a:lstStyle/>
        <a:p>
          <a:r>
            <a:rPr lang="en-US" b="1"/>
            <a:t>Data-Driven Insights:</a:t>
          </a:r>
          <a:r>
            <a:rPr lang="en-US"/>
            <a:t> Demonstrated the effectiveness of multi-sensor data fusion for accurate short-term temperature prediction.</a:t>
          </a:r>
        </a:p>
      </dgm:t>
    </dgm:pt>
    <dgm:pt modelId="{1203923D-B16E-47BB-9748-255B4874300A}" type="parTrans" cxnId="{4035A065-0ED3-4EB4-946A-E047DF392ADC}">
      <dgm:prSet/>
      <dgm:spPr/>
      <dgm:t>
        <a:bodyPr/>
        <a:lstStyle/>
        <a:p>
          <a:endParaRPr lang="en-US"/>
        </a:p>
      </dgm:t>
    </dgm:pt>
    <dgm:pt modelId="{68095FC1-7F14-4284-AD76-23BFD86D1CD1}" type="sibTrans" cxnId="{4035A065-0ED3-4EB4-946A-E047DF392ADC}">
      <dgm:prSet/>
      <dgm:spPr/>
      <dgm:t>
        <a:bodyPr/>
        <a:lstStyle/>
        <a:p>
          <a:endParaRPr lang="en-US"/>
        </a:p>
      </dgm:t>
    </dgm:pt>
    <dgm:pt modelId="{3DF32DFB-28A1-4733-B69E-84A78766A1D2}" type="pres">
      <dgm:prSet presAssocID="{C9DDA88E-5310-452A-A2AD-762036B33518}" presName="compositeShape" presStyleCnt="0">
        <dgm:presLayoutVars>
          <dgm:chMax val="7"/>
          <dgm:dir/>
          <dgm:resizeHandles val="exact"/>
        </dgm:presLayoutVars>
      </dgm:prSet>
      <dgm:spPr/>
    </dgm:pt>
    <dgm:pt modelId="{CF76AFE3-F525-4C9F-B685-7654413C4F4F}" type="pres">
      <dgm:prSet presAssocID="{C9DDA88E-5310-452A-A2AD-762036B33518}" presName="wedge1" presStyleLbl="node1" presStyleIdx="0" presStyleCnt="4"/>
      <dgm:spPr/>
    </dgm:pt>
    <dgm:pt modelId="{59CA1E26-044B-4B8D-958E-50340BB96121}" type="pres">
      <dgm:prSet presAssocID="{C9DDA88E-5310-452A-A2AD-762036B33518}" presName="dummy1a" presStyleCnt="0"/>
      <dgm:spPr/>
    </dgm:pt>
    <dgm:pt modelId="{29D7BF16-9143-4520-8823-DCA20BC053EF}" type="pres">
      <dgm:prSet presAssocID="{C9DDA88E-5310-452A-A2AD-762036B33518}" presName="dummy1b" presStyleCnt="0"/>
      <dgm:spPr/>
    </dgm:pt>
    <dgm:pt modelId="{476A231D-69A9-4E34-AB95-2CDB2D8F18EA}" type="pres">
      <dgm:prSet presAssocID="{C9DDA88E-5310-452A-A2AD-762036B33518}" presName="wedge1Tx" presStyleLbl="node1" presStyleIdx="0" presStyleCnt="4">
        <dgm:presLayoutVars>
          <dgm:chMax val="0"/>
          <dgm:chPref val="0"/>
          <dgm:bulletEnabled val="1"/>
        </dgm:presLayoutVars>
      </dgm:prSet>
      <dgm:spPr/>
    </dgm:pt>
    <dgm:pt modelId="{31677F43-1300-466C-8906-6A298971E4D7}" type="pres">
      <dgm:prSet presAssocID="{C9DDA88E-5310-452A-A2AD-762036B33518}" presName="wedge2" presStyleLbl="node1" presStyleIdx="1" presStyleCnt="4"/>
      <dgm:spPr/>
    </dgm:pt>
    <dgm:pt modelId="{63D06F00-5715-4DC3-A8D4-8B0D60362049}" type="pres">
      <dgm:prSet presAssocID="{C9DDA88E-5310-452A-A2AD-762036B33518}" presName="dummy2a" presStyleCnt="0"/>
      <dgm:spPr/>
    </dgm:pt>
    <dgm:pt modelId="{8EFDBD91-1D09-4C4C-BA94-C986C97246D7}" type="pres">
      <dgm:prSet presAssocID="{C9DDA88E-5310-452A-A2AD-762036B33518}" presName="dummy2b" presStyleCnt="0"/>
      <dgm:spPr/>
    </dgm:pt>
    <dgm:pt modelId="{DB8ACDE1-DE07-49E6-A1DB-33805905CD81}" type="pres">
      <dgm:prSet presAssocID="{C9DDA88E-5310-452A-A2AD-762036B33518}" presName="wedge2Tx" presStyleLbl="node1" presStyleIdx="1" presStyleCnt="4">
        <dgm:presLayoutVars>
          <dgm:chMax val="0"/>
          <dgm:chPref val="0"/>
          <dgm:bulletEnabled val="1"/>
        </dgm:presLayoutVars>
      </dgm:prSet>
      <dgm:spPr/>
    </dgm:pt>
    <dgm:pt modelId="{A94B7B24-068F-4364-AB47-D2074C36F1D7}" type="pres">
      <dgm:prSet presAssocID="{C9DDA88E-5310-452A-A2AD-762036B33518}" presName="wedge3" presStyleLbl="node1" presStyleIdx="2" presStyleCnt="4"/>
      <dgm:spPr/>
    </dgm:pt>
    <dgm:pt modelId="{FC8D4557-EAC5-4E65-AC5F-F986720E5493}" type="pres">
      <dgm:prSet presAssocID="{C9DDA88E-5310-452A-A2AD-762036B33518}" presName="dummy3a" presStyleCnt="0"/>
      <dgm:spPr/>
    </dgm:pt>
    <dgm:pt modelId="{0E29360E-B53B-4F36-ADB1-03C8ACC8EA45}" type="pres">
      <dgm:prSet presAssocID="{C9DDA88E-5310-452A-A2AD-762036B33518}" presName="dummy3b" presStyleCnt="0"/>
      <dgm:spPr/>
    </dgm:pt>
    <dgm:pt modelId="{40CD7927-5344-4E41-8DC7-2DE72AED30F4}" type="pres">
      <dgm:prSet presAssocID="{C9DDA88E-5310-452A-A2AD-762036B33518}" presName="wedge3Tx" presStyleLbl="node1" presStyleIdx="2" presStyleCnt="4">
        <dgm:presLayoutVars>
          <dgm:chMax val="0"/>
          <dgm:chPref val="0"/>
          <dgm:bulletEnabled val="1"/>
        </dgm:presLayoutVars>
      </dgm:prSet>
      <dgm:spPr/>
    </dgm:pt>
    <dgm:pt modelId="{6D0ACE02-498A-402F-940D-D66180B91BD0}" type="pres">
      <dgm:prSet presAssocID="{C9DDA88E-5310-452A-A2AD-762036B33518}" presName="wedge4" presStyleLbl="node1" presStyleIdx="3" presStyleCnt="4"/>
      <dgm:spPr/>
    </dgm:pt>
    <dgm:pt modelId="{998A5D58-A220-41B3-95AD-491631343E43}" type="pres">
      <dgm:prSet presAssocID="{C9DDA88E-5310-452A-A2AD-762036B33518}" presName="dummy4a" presStyleCnt="0"/>
      <dgm:spPr/>
    </dgm:pt>
    <dgm:pt modelId="{B346028B-BAE2-41F3-B55B-1A86F740AE94}" type="pres">
      <dgm:prSet presAssocID="{C9DDA88E-5310-452A-A2AD-762036B33518}" presName="dummy4b" presStyleCnt="0"/>
      <dgm:spPr/>
    </dgm:pt>
    <dgm:pt modelId="{622AA891-F728-4BCE-BD43-9F788EF75667}" type="pres">
      <dgm:prSet presAssocID="{C9DDA88E-5310-452A-A2AD-762036B33518}" presName="wedge4Tx" presStyleLbl="node1" presStyleIdx="3" presStyleCnt="4">
        <dgm:presLayoutVars>
          <dgm:chMax val="0"/>
          <dgm:chPref val="0"/>
          <dgm:bulletEnabled val="1"/>
        </dgm:presLayoutVars>
      </dgm:prSet>
      <dgm:spPr/>
    </dgm:pt>
    <dgm:pt modelId="{71A12C01-88D3-4740-A66A-38D0F4C7D023}" type="pres">
      <dgm:prSet presAssocID="{32F4AEAE-45DD-4DF7-8EBE-1985FAB8F38F}" presName="arrowWedge1" presStyleLbl="fgSibTrans2D1" presStyleIdx="0" presStyleCnt="4"/>
      <dgm:spPr/>
    </dgm:pt>
    <dgm:pt modelId="{2164C99C-3721-4E8C-A7F9-205D2ABD3B4E}" type="pres">
      <dgm:prSet presAssocID="{F9F494B8-3A02-421C-96E8-B21A1E597EDD}" presName="arrowWedge2" presStyleLbl="fgSibTrans2D1" presStyleIdx="1" presStyleCnt="4"/>
      <dgm:spPr/>
    </dgm:pt>
    <dgm:pt modelId="{85F084CE-F859-42BD-9EAA-A125763B4486}" type="pres">
      <dgm:prSet presAssocID="{CAF6D5C7-8223-4B2A-A9D6-1E5E97226BF2}" presName="arrowWedge3" presStyleLbl="fgSibTrans2D1" presStyleIdx="2" presStyleCnt="4"/>
      <dgm:spPr/>
    </dgm:pt>
    <dgm:pt modelId="{84C9BB0C-A82A-4821-A903-8E3013FF4754}" type="pres">
      <dgm:prSet presAssocID="{68095FC1-7F14-4284-AD76-23BFD86D1CD1}" presName="arrowWedge4" presStyleLbl="fgSibTrans2D1" presStyleIdx="3" presStyleCnt="4"/>
      <dgm:spPr/>
    </dgm:pt>
  </dgm:ptLst>
  <dgm:cxnLst>
    <dgm:cxn modelId="{E0676D05-B644-4225-9BC5-D16086C85D8F}" type="presOf" srcId="{4EE03FA9-B7E8-4B4B-8F49-ECF5F12BFAB3}" destId="{476A231D-69A9-4E34-AB95-2CDB2D8F18EA}" srcOrd="1" destOrd="0" presId="urn:microsoft.com/office/officeart/2005/8/layout/cycle8"/>
    <dgm:cxn modelId="{7305E012-FD4A-437F-920B-215C54341FD6}" srcId="{C9DDA88E-5310-452A-A2AD-762036B33518}" destId="{18C234C4-1AD1-48A4-9C14-B30089672C6B}" srcOrd="1" destOrd="0" parTransId="{53CD1CBE-9A8F-4BAA-B64A-B5738DEE7AA7}" sibTransId="{F9F494B8-3A02-421C-96E8-B21A1E597EDD}"/>
    <dgm:cxn modelId="{C853AA38-99A1-4045-84FA-9D4900852CAA}" type="presOf" srcId="{18C234C4-1AD1-48A4-9C14-B30089672C6B}" destId="{31677F43-1300-466C-8906-6A298971E4D7}" srcOrd="0" destOrd="0" presId="urn:microsoft.com/office/officeart/2005/8/layout/cycle8"/>
    <dgm:cxn modelId="{82912F5D-BD58-4DE1-BC21-8268F7FC5F24}" type="presOf" srcId="{18C234C4-1AD1-48A4-9C14-B30089672C6B}" destId="{DB8ACDE1-DE07-49E6-A1DB-33805905CD81}" srcOrd="1" destOrd="0" presId="urn:microsoft.com/office/officeart/2005/8/layout/cycle8"/>
    <dgm:cxn modelId="{4035A065-0ED3-4EB4-946A-E047DF392ADC}" srcId="{C9DDA88E-5310-452A-A2AD-762036B33518}" destId="{201055D0-4B78-43F6-BF02-66C6892CFFE3}" srcOrd="3" destOrd="0" parTransId="{1203923D-B16E-47BB-9748-255B4874300A}" sibTransId="{68095FC1-7F14-4284-AD76-23BFD86D1CD1}"/>
    <dgm:cxn modelId="{B11EAE46-E33B-4C1A-ADC5-D82CCEF56EEB}" type="presOf" srcId="{CE9052AF-B5EC-46F0-95FF-F9DEA1F80353}" destId="{40CD7927-5344-4E41-8DC7-2DE72AED30F4}" srcOrd="1" destOrd="0" presId="urn:microsoft.com/office/officeart/2005/8/layout/cycle8"/>
    <dgm:cxn modelId="{49220B4B-5B21-4BB2-9067-0BD0E716E0AC}" type="presOf" srcId="{4EE03FA9-B7E8-4B4B-8F49-ECF5F12BFAB3}" destId="{CF76AFE3-F525-4C9F-B685-7654413C4F4F}" srcOrd="0" destOrd="0" presId="urn:microsoft.com/office/officeart/2005/8/layout/cycle8"/>
    <dgm:cxn modelId="{0D0BF54D-1649-45DA-8113-8609E94B138E}" type="presOf" srcId="{201055D0-4B78-43F6-BF02-66C6892CFFE3}" destId="{622AA891-F728-4BCE-BD43-9F788EF75667}" srcOrd="1" destOrd="0" presId="urn:microsoft.com/office/officeart/2005/8/layout/cycle8"/>
    <dgm:cxn modelId="{D0A4A7AB-FA21-48E7-A2E9-95275E54EDF6}" type="presOf" srcId="{201055D0-4B78-43F6-BF02-66C6892CFFE3}" destId="{6D0ACE02-498A-402F-940D-D66180B91BD0}" srcOrd="0" destOrd="0" presId="urn:microsoft.com/office/officeart/2005/8/layout/cycle8"/>
    <dgm:cxn modelId="{FD62B1DC-E0D0-401A-9028-89F6122C3337}" type="presOf" srcId="{C9DDA88E-5310-452A-A2AD-762036B33518}" destId="{3DF32DFB-28A1-4733-B69E-84A78766A1D2}" srcOrd="0" destOrd="0" presId="urn:microsoft.com/office/officeart/2005/8/layout/cycle8"/>
    <dgm:cxn modelId="{CE1EC4F6-7708-4576-AA75-49A4F071F6F6}" srcId="{C9DDA88E-5310-452A-A2AD-762036B33518}" destId="{4EE03FA9-B7E8-4B4B-8F49-ECF5F12BFAB3}" srcOrd="0" destOrd="0" parTransId="{C72626DC-6F64-4FC2-8E41-550FE1AC99F2}" sibTransId="{32F4AEAE-45DD-4DF7-8EBE-1985FAB8F38F}"/>
    <dgm:cxn modelId="{97C002F7-B27A-4F72-B2B9-410206B0DC4C}" type="presOf" srcId="{CE9052AF-B5EC-46F0-95FF-F9DEA1F80353}" destId="{A94B7B24-068F-4364-AB47-D2074C36F1D7}" srcOrd="0" destOrd="0" presId="urn:microsoft.com/office/officeart/2005/8/layout/cycle8"/>
    <dgm:cxn modelId="{DE951AF9-2234-4D43-B0AE-F60701DDC709}" srcId="{C9DDA88E-5310-452A-A2AD-762036B33518}" destId="{CE9052AF-B5EC-46F0-95FF-F9DEA1F80353}" srcOrd="2" destOrd="0" parTransId="{81024BDC-46DB-4D29-8B7A-CE534AA39A65}" sibTransId="{CAF6D5C7-8223-4B2A-A9D6-1E5E97226BF2}"/>
    <dgm:cxn modelId="{50BAB86E-85D7-471E-9581-34D50B60E8FD}" type="presParOf" srcId="{3DF32DFB-28A1-4733-B69E-84A78766A1D2}" destId="{CF76AFE3-F525-4C9F-B685-7654413C4F4F}" srcOrd="0" destOrd="0" presId="urn:microsoft.com/office/officeart/2005/8/layout/cycle8"/>
    <dgm:cxn modelId="{00D1E632-0FB6-4003-82F7-AAF1F59535E8}" type="presParOf" srcId="{3DF32DFB-28A1-4733-B69E-84A78766A1D2}" destId="{59CA1E26-044B-4B8D-958E-50340BB96121}" srcOrd="1" destOrd="0" presId="urn:microsoft.com/office/officeart/2005/8/layout/cycle8"/>
    <dgm:cxn modelId="{C5139702-94EE-422C-92B9-61A5F9339F83}" type="presParOf" srcId="{3DF32DFB-28A1-4733-B69E-84A78766A1D2}" destId="{29D7BF16-9143-4520-8823-DCA20BC053EF}" srcOrd="2" destOrd="0" presId="urn:microsoft.com/office/officeart/2005/8/layout/cycle8"/>
    <dgm:cxn modelId="{63B672C1-E73F-46C8-846A-9CF3966BBCAC}" type="presParOf" srcId="{3DF32DFB-28A1-4733-B69E-84A78766A1D2}" destId="{476A231D-69A9-4E34-AB95-2CDB2D8F18EA}" srcOrd="3" destOrd="0" presId="urn:microsoft.com/office/officeart/2005/8/layout/cycle8"/>
    <dgm:cxn modelId="{9519FE85-6825-4D74-B4AF-B77CF6F94D1C}" type="presParOf" srcId="{3DF32DFB-28A1-4733-B69E-84A78766A1D2}" destId="{31677F43-1300-466C-8906-6A298971E4D7}" srcOrd="4" destOrd="0" presId="urn:microsoft.com/office/officeart/2005/8/layout/cycle8"/>
    <dgm:cxn modelId="{E921F5AC-47C7-445A-99C0-06A8459B0F9F}" type="presParOf" srcId="{3DF32DFB-28A1-4733-B69E-84A78766A1D2}" destId="{63D06F00-5715-4DC3-A8D4-8B0D60362049}" srcOrd="5" destOrd="0" presId="urn:microsoft.com/office/officeart/2005/8/layout/cycle8"/>
    <dgm:cxn modelId="{F56E06DD-EF98-4B2D-8B4A-C555EA391135}" type="presParOf" srcId="{3DF32DFB-28A1-4733-B69E-84A78766A1D2}" destId="{8EFDBD91-1D09-4C4C-BA94-C986C97246D7}" srcOrd="6" destOrd="0" presId="urn:microsoft.com/office/officeart/2005/8/layout/cycle8"/>
    <dgm:cxn modelId="{F6D15B1F-9FAF-48F1-849D-B1982CF9AE5A}" type="presParOf" srcId="{3DF32DFB-28A1-4733-B69E-84A78766A1D2}" destId="{DB8ACDE1-DE07-49E6-A1DB-33805905CD81}" srcOrd="7" destOrd="0" presId="urn:microsoft.com/office/officeart/2005/8/layout/cycle8"/>
    <dgm:cxn modelId="{6199C0BA-8354-442C-938F-6401518D3D8B}" type="presParOf" srcId="{3DF32DFB-28A1-4733-B69E-84A78766A1D2}" destId="{A94B7B24-068F-4364-AB47-D2074C36F1D7}" srcOrd="8" destOrd="0" presId="urn:microsoft.com/office/officeart/2005/8/layout/cycle8"/>
    <dgm:cxn modelId="{3945E440-59F7-4F5B-9E55-8A22D4C1BEE0}" type="presParOf" srcId="{3DF32DFB-28A1-4733-B69E-84A78766A1D2}" destId="{FC8D4557-EAC5-4E65-AC5F-F986720E5493}" srcOrd="9" destOrd="0" presId="urn:microsoft.com/office/officeart/2005/8/layout/cycle8"/>
    <dgm:cxn modelId="{1FDD6601-167A-4011-B1F7-9D2D73AE57E1}" type="presParOf" srcId="{3DF32DFB-28A1-4733-B69E-84A78766A1D2}" destId="{0E29360E-B53B-4F36-ADB1-03C8ACC8EA45}" srcOrd="10" destOrd="0" presId="urn:microsoft.com/office/officeart/2005/8/layout/cycle8"/>
    <dgm:cxn modelId="{D1B21696-580E-4410-805A-22543442F4E1}" type="presParOf" srcId="{3DF32DFB-28A1-4733-B69E-84A78766A1D2}" destId="{40CD7927-5344-4E41-8DC7-2DE72AED30F4}" srcOrd="11" destOrd="0" presId="urn:microsoft.com/office/officeart/2005/8/layout/cycle8"/>
    <dgm:cxn modelId="{D2ECF0DC-6580-4350-9D3A-ACA135028275}" type="presParOf" srcId="{3DF32DFB-28A1-4733-B69E-84A78766A1D2}" destId="{6D0ACE02-498A-402F-940D-D66180B91BD0}" srcOrd="12" destOrd="0" presId="urn:microsoft.com/office/officeart/2005/8/layout/cycle8"/>
    <dgm:cxn modelId="{07A0E202-4F8E-416B-80C7-325F432C6A32}" type="presParOf" srcId="{3DF32DFB-28A1-4733-B69E-84A78766A1D2}" destId="{998A5D58-A220-41B3-95AD-491631343E43}" srcOrd="13" destOrd="0" presId="urn:microsoft.com/office/officeart/2005/8/layout/cycle8"/>
    <dgm:cxn modelId="{2E0B025D-9C9A-46EB-9454-B6F458E25263}" type="presParOf" srcId="{3DF32DFB-28A1-4733-B69E-84A78766A1D2}" destId="{B346028B-BAE2-41F3-B55B-1A86F740AE94}" srcOrd="14" destOrd="0" presId="urn:microsoft.com/office/officeart/2005/8/layout/cycle8"/>
    <dgm:cxn modelId="{18B7D5DA-69B1-4D17-A465-38E483E934EE}" type="presParOf" srcId="{3DF32DFB-28A1-4733-B69E-84A78766A1D2}" destId="{622AA891-F728-4BCE-BD43-9F788EF75667}" srcOrd="15" destOrd="0" presId="urn:microsoft.com/office/officeart/2005/8/layout/cycle8"/>
    <dgm:cxn modelId="{7A2E0F3A-21AC-4C72-8FA5-6F3179896E03}" type="presParOf" srcId="{3DF32DFB-28A1-4733-B69E-84A78766A1D2}" destId="{71A12C01-88D3-4740-A66A-38D0F4C7D023}" srcOrd="16" destOrd="0" presId="urn:microsoft.com/office/officeart/2005/8/layout/cycle8"/>
    <dgm:cxn modelId="{7FAB39B9-3B48-4D06-9DF0-888515EC69A3}" type="presParOf" srcId="{3DF32DFB-28A1-4733-B69E-84A78766A1D2}" destId="{2164C99C-3721-4E8C-A7F9-205D2ABD3B4E}" srcOrd="17" destOrd="0" presId="urn:microsoft.com/office/officeart/2005/8/layout/cycle8"/>
    <dgm:cxn modelId="{9C83CD30-DC60-48D9-B887-E9046F064BA1}" type="presParOf" srcId="{3DF32DFB-28A1-4733-B69E-84A78766A1D2}" destId="{85F084CE-F859-42BD-9EAA-A125763B4486}" srcOrd="18" destOrd="0" presId="urn:microsoft.com/office/officeart/2005/8/layout/cycle8"/>
    <dgm:cxn modelId="{AA088484-41FE-46AA-B5CA-C4A10BB6473D}" type="presParOf" srcId="{3DF32DFB-28A1-4733-B69E-84A78766A1D2}" destId="{84C9BB0C-A82A-4821-A903-8E3013FF4754}" srcOrd="19" destOrd="0" presId="urn:microsoft.com/office/officeart/2005/8/layout/cycle8"/>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064637-E2F4-425F-89A0-402B803095A6}">
      <dsp:nvSpPr>
        <dsp:cNvPr id="0" name=""/>
        <dsp:cNvSpPr/>
      </dsp:nvSpPr>
      <dsp:spPr>
        <a:xfrm>
          <a:off x="0" y="0"/>
          <a:ext cx="6235268" cy="0"/>
        </a:xfrm>
        <a:prstGeom prst="line">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EA63CDA-18E7-40C1-A503-54E92FBF403F}">
      <dsp:nvSpPr>
        <dsp:cNvPr id="0" name=""/>
        <dsp:cNvSpPr/>
      </dsp:nvSpPr>
      <dsp:spPr>
        <a:xfrm>
          <a:off x="0" y="0"/>
          <a:ext cx="6235268" cy="4500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dirty="0"/>
            <a:t>Uddin Sahab</a:t>
          </a:r>
        </a:p>
      </dsp:txBody>
      <dsp:txXfrm>
        <a:off x="0" y="0"/>
        <a:ext cx="6235268" cy="450041"/>
      </dsp:txXfrm>
    </dsp:sp>
    <dsp:sp modelId="{DA455B17-2040-4376-95C9-A4308DD903EF}">
      <dsp:nvSpPr>
        <dsp:cNvPr id="0" name=""/>
        <dsp:cNvSpPr/>
      </dsp:nvSpPr>
      <dsp:spPr>
        <a:xfrm>
          <a:off x="0" y="450041"/>
          <a:ext cx="6235268" cy="0"/>
        </a:xfrm>
        <a:prstGeom prst="line">
          <a:avLst/>
        </a:prstGeom>
        <a:solidFill>
          <a:schemeClr val="accent5">
            <a:hueOff val="-4050717"/>
            <a:satOff val="-275"/>
            <a:lumOff val="654"/>
            <a:alphaOff val="0"/>
          </a:schemeClr>
        </a:solidFill>
        <a:ln w="19050" cap="flat" cmpd="sng" algn="ctr">
          <a:solidFill>
            <a:schemeClr val="accent5">
              <a:hueOff val="-4050717"/>
              <a:satOff val="-275"/>
              <a:lumOff val="65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124072A-EB16-400D-BECD-BB6A80DF35E8}">
      <dsp:nvSpPr>
        <dsp:cNvPr id="0" name=""/>
        <dsp:cNvSpPr/>
      </dsp:nvSpPr>
      <dsp:spPr>
        <a:xfrm>
          <a:off x="0" y="450041"/>
          <a:ext cx="6235268" cy="4500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dirty="0"/>
            <a:t>Supervisor: He Gang</a:t>
          </a:r>
        </a:p>
      </dsp:txBody>
      <dsp:txXfrm>
        <a:off x="0" y="450041"/>
        <a:ext cx="6235268" cy="450041"/>
      </dsp:txXfrm>
    </dsp:sp>
    <dsp:sp modelId="{B7DB6A82-30BC-4ADA-AF71-4DCBC8F0F879}">
      <dsp:nvSpPr>
        <dsp:cNvPr id="0" name=""/>
        <dsp:cNvSpPr/>
      </dsp:nvSpPr>
      <dsp:spPr>
        <a:xfrm>
          <a:off x="0" y="900082"/>
          <a:ext cx="6235268" cy="0"/>
        </a:xfrm>
        <a:prstGeom prst="line">
          <a:avLst/>
        </a:prstGeom>
        <a:solidFill>
          <a:schemeClr val="accent5">
            <a:hueOff val="-8101434"/>
            <a:satOff val="-551"/>
            <a:lumOff val="1307"/>
            <a:alphaOff val="0"/>
          </a:schemeClr>
        </a:solidFill>
        <a:ln w="19050" cap="flat" cmpd="sng" algn="ctr">
          <a:solidFill>
            <a:schemeClr val="accent5">
              <a:hueOff val="-8101434"/>
              <a:satOff val="-551"/>
              <a:lumOff val="1307"/>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5B25BD7-25C9-4969-A8C0-12732B35FBE1}">
      <dsp:nvSpPr>
        <dsp:cNvPr id="0" name=""/>
        <dsp:cNvSpPr/>
      </dsp:nvSpPr>
      <dsp:spPr>
        <a:xfrm>
          <a:off x="0" y="900082"/>
          <a:ext cx="6235268" cy="4500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dirty="0"/>
            <a:t>Southwest university of science and technology</a:t>
          </a:r>
        </a:p>
      </dsp:txBody>
      <dsp:txXfrm>
        <a:off x="0" y="900082"/>
        <a:ext cx="6235268" cy="450041"/>
      </dsp:txXfrm>
    </dsp:sp>
    <dsp:sp modelId="{3DFED7CD-AED7-4D05-B78F-5A4826B62C77}">
      <dsp:nvSpPr>
        <dsp:cNvPr id="0" name=""/>
        <dsp:cNvSpPr/>
      </dsp:nvSpPr>
      <dsp:spPr>
        <a:xfrm>
          <a:off x="0" y="1350123"/>
          <a:ext cx="6235268" cy="0"/>
        </a:xfrm>
        <a:prstGeom prst="line">
          <a:avLst/>
        </a:prstGeom>
        <a:solidFill>
          <a:schemeClr val="accent5">
            <a:hueOff val="-12152150"/>
            <a:satOff val="-826"/>
            <a:lumOff val="1961"/>
            <a:alphaOff val="0"/>
          </a:schemeClr>
        </a:solidFill>
        <a:ln w="19050" cap="flat" cmpd="sng" algn="ctr">
          <a:solidFill>
            <a:schemeClr val="accent5">
              <a:hueOff val="-12152150"/>
              <a:satOff val="-826"/>
              <a:lumOff val="196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49E6372-31F0-4DCA-8DC5-39AAD191EBEC}">
      <dsp:nvSpPr>
        <dsp:cNvPr id="0" name=""/>
        <dsp:cNvSpPr/>
      </dsp:nvSpPr>
      <dsp:spPr>
        <a:xfrm>
          <a:off x="0" y="1350123"/>
          <a:ext cx="6235268" cy="4500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dirty="0"/>
            <a:t>Date: 2025/11/13</a:t>
          </a:r>
        </a:p>
      </dsp:txBody>
      <dsp:txXfrm>
        <a:off x="0" y="1350123"/>
        <a:ext cx="6235268" cy="45004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7C2645-4436-441A-8CC8-A0F908C8DA4A}">
      <dsp:nvSpPr>
        <dsp:cNvPr id="0" name=""/>
        <dsp:cNvSpPr/>
      </dsp:nvSpPr>
      <dsp:spPr>
        <a:xfrm>
          <a:off x="3019250" y="-59062"/>
          <a:ext cx="4477099" cy="4477099"/>
        </a:xfrm>
        <a:prstGeom prst="circularArrow">
          <a:avLst>
            <a:gd name="adj1" fmla="val 5544"/>
            <a:gd name="adj2" fmla="val 330680"/>
            <a:gd name="adj3" fmla="val 14840806"/>
            <a:gd name="adj4" fmla="val 16766246"/>
            <a:gd name="adj5" fmla="val 5757"/>
          </a:avLst>
        </a:prstGeom>
        <a:solidFill>
          <a:schemeClr val="accent4">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9AE4A89-6583-47E6-A295-EDFE27ABB4FD}">
      <dsp:nvSpPr>
        <dsp:cNvPr id="0" name=""/>
        <dsp:cNvSpPr/>
      </dsp:nvSpPr>
      <dsp:spPr>
        <a:xfrm>
          <a:off x="4723804" y="63"/>
          <a:ext cx="1067990" cy="533995"/>
        </a:xfrm>
        <a:prstGeom prst="round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a:t>Introduction</a:t>
          </a:r>
        </a:p>
      </dsp:txBody>
      <dsp:txXfrm>
        <a:off x="4749871" y="26130"/>
        <a:ext cx="1015856" cy="481861"/>
      </dsp:txXfrm>
    </dsp:sp>
    <dsp:sp modelId="{22756D69-98E4-4ED4-83F8-F87B2A965B7B}">
      <dsp:nvSpPr>
        <dsp:cNvPr id="0" name=""/>
        <dsp:cNvSpPr/>
      </dsp:nvSpPr>
      <dsp:spPr>
        <a:xfrm>
          <a:off x="5846010" y="364690"/>
          <a:ext cx="1067990" cy="533995"/>
        </a:xfrm>
        <a:prstGeom prst="round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a:t>Research Objectives</a:t>
          </a:r>
        </a:p>
      </dsp:txBody>
      <dsp:txXfrm>
        <a:off x="5872077" y="390757"/>
        <a:ext cx="1015856" cy="481861"/>
      </dsp:txXfrm>
    </dsp:sp>
    <dsp:sp modelId="{8EC8C348-093E-4704-A973-7557408C846C}">
      <dsp:nvSpPr>
        <dsp:cNvPr id="0" name=""/>
        <dsp:cNvSpPr/>
      </dsp:nvSpPr>
      <dsp:spPr>
        <a:xfrm>
          <a:off x="6539572" y="1319295"/>
          <a:ext cx="1067990" cy="533995"/>
        </a:xfrm>
        <a:prstGeom prst="round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a:t>Research Questions</a:t>
          </a:r>
        </a:p>
      </dsp:txBody>
      <dsp:txXfrm>
        <a:off x="6565639" y="1345362"/>
        <a:ext cx="1015856" cy="481861"/>
      </dsp:txXfrm>
    </dsp:sp>
    <dsp:sp modelId="{70E9C817-0159-46A7-854F-B212BEF4C56F}">
      <dsp:nvSpPr>
        <dsp:cNvPr id="0" name=""/>
        <dsp:cNvSpPr/>
      </dsp:nvSpPr>
      <dsp:spPr>
        <a:xfrm>
          <a:off x="6539572" y="2499252"/>
          <a:ext cx="1067990" cy="533995"/>
        </a:xfrm>
        <a:prstGeom prst="round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Methodology</a:t>
          </a:r>
        </a:p>
      </dsp:txBody>
      <dsp:txXfrm>
        <a:off x="6565639" y="2525319"/>
        <a:ext cx="1015856" cy="481861"/>
      </dsp:txXfrm>
    </dsp:sp>
    <dsp:sp modelId="{6EE529AC-7DE1-4D13-86E8-A4F2963295D9}">
      <dsp:nvSpPr>
        <dsp:cNvPr id="0" name=""/>
        <dsp:cNvSpPr/>
      </dsp:nvSpPr>
      <dsp:spPr>
        <a:xfrm>
          <a:off x="5846010" y="3453858"/>
          <a:ext cx="1067990" cy="533995"/>
        </a:xfrm>
        <a:prstGeom prst="round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a:t>Key Findings</a:t>
          </a:r>
        </a:p>
      </dsp:txBody>
      <dsp:txXfrm>
        <a:off x="5872077" y="3479925"/>
        <a:ext cx="1015856" cy="481861"/>
      </dsp:txXfrm>
    </dsp:sp>
    <dsp:sp modelId="{CBEE1B98-FE67-4DCA-BE52-E55A6A57FB0C}">
      <dsp:nvSpPr>
        <dsp:cNvPr id="0" name=""/>
        <dsp:cNvSpPr/>
      </dsp:nvSpPr>
      <dsp:spPr>
        <a:xfrm>
          <a:off x="4723804" y="3818485"/>
          <a:ext cx="1067990" cy="533995"/>
        </a:xfrm>
        <a:prstGeom prst="round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a:t>Results and Discussion</a:t>
          </a:r>
        </a:p>
      </dsp:txBody>
      <dsp:txXfrm>
        <a:off x="4749871" y="3844552"/>
        <a:ext cx="1015856" cy="481861"/>
      </dsp:txXfrm>
    </dsp:sp>
    <dsp:sp modelId="{C7A57A71-A690-42C2-A0A1-ED6E3E07ADE3}">
      <dsp:nvSpPr>
        <dsp:cNvPr id="0" name=""/>
        <dsp:cNvSpPr/>
      </dsp:nvSpPr>
      <dsp:spPr>
        <a:xfrm>
          <a:off x="3601598" y="3453858"/>
          <a:ext cx="1067990" cy="533995"/>
        </a:xfrm>
        <a:prstGeom prst="round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a:t>Future Work</a:t>
          </a:r>
        </a:p>
      </dsp:txBody>
      <dsp:txXfrm>
        <a:off x="3627665" y="3479925"/>
        <a:ext cx="1015856" cy="481861"/>
      </dsp:txXfrm>
    </dsp:sp>
    <dsp:sp modelId="{FB3D15BC-98A6-454F-9E97-335C8639B50E}">
      <dsp:nvSpPr>
        <dsp:cNvPr id="0" name=""/>
        <dsp:cNvSpPr/>
      </dsp:nvSpPr>
      <dsp:spPr>
        <a:xfrm>
          <a:off x="2908037" y="2499252"/>
          <a:ext cx="1067990" cy="533995"/>
        </a:xfrm>
        <a:prstGeom prst="round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a:t>Achievements</a:t>
          </a:r>
        </a:p>
      </dsp:txBody>
      <dsp:txXfrm>
        <a:off x="2934104" y="2525319"/>
        <a:ext cx="1015856" cy="481861"/>
      </dsp:txXfrm>
    </dsp:sp>
    <dsp:sp modelId="{9BF1D27A-2990-4D07-8977-AA3440220EFF}">
      <dsp:nvSpPr>
        <dsp:cNvPr id="0" name=""/>
        <dsp:cNvSpPr/>
      </dsp:nvSpPr>
      <dsp:spPr>
        <a:xfrm>
          <a:off x="2908037" y="1319295"/>
          <a:ext cx="1067990" cy="533995"/>
        </a:xfrm>
        <a:prstGeom prst="round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a:t>References</a:t>
          </a:r>
        </a:p>
      </dsp:txBody>
      <dsp:txXfrm>
        <a:off x="2934104" y="1345362"/>
        <a:ext cx="1015856" cy="481861"/>
      </dsp:txXfrm>
    </dsp:sp>
    <dsp:sp modelId="{7DC4CDFE-FEE9-4EB7-AEE1-EA8875B8EBF1}">
      <dsp:nvSpPr>
        <dsp:cNvPr id="0" name=""/>
        <dsp:cNvSpPr/>
      </dsp:nvSpPr>
      <dsp:spPr>
        <a:xfrm>
          <a:off x="3601598" y="364690"/>
          <a:ext cx="1067990" cy="533995"/>
        </a:xfrm>
        <a:prstGeom prst="round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a:t>Conclusion</a:t>
          </a:r>
        </a:p>
      </dsp:txBody>
      <dsp:txXfrm>
        <a:off x="3627665" y="390757"/>
        <a:ext cx="1015856" cy="48186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31226D-087A-4CF0-9594-2938FB5840AC}">
      <dsp:nvSpPr>
        <dsp:cNvPr id="0" name=""/>
        <dsp:cNvSpPr/>
      </dsp:nvSpPr>
      <dsp:spPr>
        <a:xfrm>
          <a:off x="1212569" y="775999"/>
          <a:ext cx="1300252" cy="130025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D138527-B5D8-496E-88D0-4CEFB2A7BFBF}">
      <dsp:nvSpPr>
        <dsp:cNvPr id="0" name=""/>
        <dsp:cNvSpPr/>
      </dsp:nvSpPr>
      <dsp:spPr>
        <a:xfrm>
          <a:off x="417971" y="2496544"/>
          <a:ext cx="2889450" cy="108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b="1" kern="1200"/>
            <a:t>Background: </a:t>
          </a:r>
          <a:r>
            <a:rPr lang="en-US" sz="1100" kern="1200"/>
            <a:t>Climate forecasting is vital for disaster management, agriculture, and infrastructure planning. It helps predict weather patterns, minimize the impact of extreme events, optimize agricultural practices, and strengthen infrastructure resilience, enabling better decision-making and long-term planning.</a:t>
          </a:r>
        </a:p>
      </dsp:txBody>
      <dsp:txXfrm>
        <a:off x="417971" y="2496544"/>
        <a:ext cx="2889450" cy="1080000"/>
      </dsp:txXfrm>
    </dsp:sp>
    <dsp:sp modelId="{0988D802-156B-4F35-86C3-726593029D9C}">
      <dsp:nvSpPr>
        <dsp:cNvPr id="0" name=""/>
        <dsp:cNvSpPr/>
      </dsp:nvSpPr>
      <dsp:spPr>
        <a:xfrm>
          <a:off x="4607673" y="775999"/>
          <a:ext cx="1300252" cy="130025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B3E62F6-DED8-490A-95DC-57B29A2F5265}">
      <dsp:nvSpPr>
        <dsp:cNvPr id="0" name=""/>
        <dsp:cNvSpPr/>
      </dsp:nvSpPr>
      <dsp:spPr>
        <a:xfrm>
          <a:off x="3813075" y="2496544"/>
          <a:ext cx="2889450" cy="108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b="1" kern="1200"/>
            <a:t>Problem: </a:t>
          </a:r>
          <a:r>
            <a:rPr lang="en-US" sz="1100" b="0" kern="1200"/>
            <a:t>Traditional forecasting methods struggle to accurately predict climate patterns because they can't effectively handle the complex and nonlinear nature of climate data. These methods often miss important relationships in the data, leading to less reliable forecasts.</a:t>
          </a:r>
        </a:p>
      </dsp:txBody>
      <dsp:txXfrm>
        <a:off x="3813075" y="2496544"/>
        <a:ext cx="2889450" cy="1080000"/>
      </dsp:txXfrm>
    </dsp:sp>
    <dsp:sp modelId="{98D24154-C1F8-4EED-BF4A-F13F1AA5B90A}">
      <dsp:nvSpPr>
        <dsp:cNvPr id="0" name=""/>
        <dsp:cNvSpPr/>
      </dsp:nvSpPr>
      <dsp:spPr>
        <a:xfrm>
          <a:off x="8002777" y="775999"/>
          <a:ext cx="1300252" cy="130025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79C3D8A-492C-4DC9-B521-E7ADF8F9381F}">
      <dsp:nvSpPr>
        <dsp:cNvPr id="0" name=""/>
        <dsp:cNvSpPr/>
      </dsp:nvSpPr>
      <dsp:spPr>
        <a:xfrm>
          <a:off x="7208178" y="2496544"/>
          <a:ext cx="2889450" cy="108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b="1" kern="1200"/>
            <a:t>Solution: </a:t>
          </a:r>
          <a:r>
            <a:rPr lang="en-US" sz="1100" kern="1200"/>
            <a:t>A deep learning-based climate forecasting system that integrates multi-sensor data for accurate short-term temperature predictions.</a:t>
          </a:r>
        </a:p>
      </dsp:txBody>
      <dsp:txXfrm>
        <a:off x="7208178" y="2496544"/>
        <a:ext cx="2889450" cy="10800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7490025-DE66-4C41-941D-1BE7D3F3B0C2}">
      <dsp:nvSpPr>
        <dsp:cNvPr id="0" name=""/>
        <dsp:cNvSpPr/>
      </dsp:nvSpPr>
      <dsp:spPr>
        <a:xfrm>
          <a:off x="0" y="2319"/>
          <a:ext cx="6245265" cy="117572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90709C3-470F-4532-9C54-B09A2F9A0D64}">
      <dsp:nvSpPr>
        <dsp:cNvPr id="0" name=""/>
        <dsp:cNvSpPr/>
      </dsp:nvSpPr>
      <dsp:spPr>
        <a:xfrm>
          <a:off x="355657" y="266858"/>
          <a:ext cx="646650" cy="64665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DB50A26-3F18-454E-805F-EB9633456D3A}">
      <dsp:nvSpPr>
        <dsp:cNvPr id="0" name=""/>
        <dsp:cNvSpPr/>
      </dsp:nvSpPr>
      <dsp:spPr>
        <a:xfrm>
          <a:off x="1357965" y="2319"/>
          <a:ext cx="4887299" cy="11757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431" tIns="124431" rIns="124431" bIns="124431" numCol="1" spcCol="1270" anchor="ctr" anchorCtr="0">
          <a:noAutofit/>
        </a:bodyPr>
        <a:lstStyle/>
        <a:p>
          <a:pPr marL="0" lvl="0" indent="0" algn="l" defTabSz="933450">
            <a:lnSpc>
              <a:spcPct val="100000"/>
            </a:lnSpc>
            <a:spcBef>
              <a:spcPct val="0"/>
            </a:spcBef>
            <a:spcAft>
              <a:spcPct val="35000"/>
            </a:spcAft>
            <a:buNone/>
          </a:pPr>
          <a:r>
            <a:rPr lang="en-US" sz="2100" kern="1200" dirty="0"/>
            <a:t>Develop a leak-free preprocessing pipeline for multi-sensor data.</a:t>
          </a:r>
        </a:p>
      </dsp:txBody>
      <dsp:txXfrm>
        <a:off x="1357965" y="2319"/>
        <a:ext cx="4887299" cy="1175727"/>
      </dsp:txXfrm>
    </dsp:sp>
    <dsp:sp modelId="{B1A3F28B-F3A4-43C7-8A7A-86F19BA54392}">
      <dsp:nvSpPr>
        <dsp:cNvPr id="0" name=""/>
        <dsp:cNvSpPr/>
      </dsp:nvSpPr>
      <dsp:spPr>
        <a:xfrm>
          <a:off x="0" y="1471979"/>
          <a:ext cx="6245265" cy="117572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F907ECE-EFC2-4A16-B7F5-DCC3AC78883C}">
      <dsp:nvSpPr>
        <dsp:cNvPr id="0" name=""/>
        <dsp:cNvSpPr/>
      </dsp:nvSpPr>
      <dsp:spPr>
        <a:xfrm>
          <a:off x="355657" y="1736518"/>
          <a:ext cx="646650" cy="64665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D1187E0-CE98-4DFB-98DE-B604B0E5212E}">
      <dsp:nvSpPr>
        <dsp:cNvPr id="0" name=""/>
        <dsp:cNvSpPr/>
      </dsp:nvSpPr>
      <dsp:spPr>
        <a:xfrm>
          <a:off x="1357965" y="1471979"/>
          <a:ext cx="4887299" cy="11757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431" tIns="124431" rIns="124431" bIns="124431" numCol="1" spcCol="1270" anchor="ctr" anchorCtr="0">
          <a:noAutofit/>
        </a:bodyPr>
        <a:lstStyle/>
        <a:p>
          <a:pPr marL="0" lvl="0" indent="0" algn="l" defTabSz="933450">
            <a:lnSpc>
              <a:spcPct val="100000"/>
            </a:lnSpc>
            <a:spcBef>
              <a:spcPct val="0"/>
            </a:spcBef>
            <a:spcAft>
              <a:spcPct val="35000"/>
            </a:spcAft>
            <a:buNone/>
          </a:pPr>
          <a:r>
            <a:rPr lang="en-US" sz="2100" kern="1200" dirty="0"/>
            <a:t>Compare deep learning models for forecasting.</a:t>
          </a:r>
        </a:p>
      </dsp:txBody>
      <dsp:txXfrm>
        <a:off x="1357965" y="1471979"/>
        <a:ext cx="4887299" cy="1175727"/>
      </dsp:txXfrm>
    </dsp:sp>
    <dsp:sp modelId="{46043665-CFAB-4904-9BF3-BD705E43D4C0}">
      <dsp:nvSpPr>
        <dsp:cNvPr id="0" name=""/>
        <dsp:cNvSpPr/>
      </dsp:nvSpPr>
      <dsp:spPr>
        <a:xfrm>
          <a:off x="0" y="2941639"/>
          <a:ext cx="6245265" cy="117572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4267A61-CEA6-47A1-BEA9-89FF84CE23EF}">
      <dsp:nvSpPr>
        <dsp:cNvPr id="0" name=""/>
        <dsp:cNvSpPr/>
      </dsp:nvSpPr>
      <dsp:spPr>
        <a:xfrm>
          <a:off x="355657" y="3206178"/>
          <a:ext cx="646650" cy="64665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D5021E9-B0CF-4F86-97A2-CB7F77BF1945}">
      <dsp:nvSpPr>
        <dsp:cNvPr id="0" name=""/>
        <dsp:cNvSpPr/>
      </dsp:nvSpPr>
      <dsp:spPr>
        <a:xfrm>
          <a:off x="1357965" y="2941639"/>
          <a:ext cx="4887299" cy="11757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431" tIns="124431" rIns="124431" bIns="124431" numCol="1" spcCol="1270" anchor="ctr" anchorCtr="0">
          <a:noAutofit/>
        </a:bodyPr>
        <a:lstStyle/>
        <a:p>
          <a:pPr marL="0" lvl="0" indent="0" algn="l" defTabSz="933450">
            <a:lnSpc>
              <a:spcPct val="100000"/>
            </a:lnSpc>
            <a:spcBef>
              <a:spcPct val="0"/>
            </a:spcBef>
            <a:spcAft>
              <a:spcPct val="35000"/>
            </a:spcAft>
            <a:buNone/>
          </a:pPr>
          <a:r>
            <a:rPr lang="en-US" sz="2100" kern="1200" dirty="0"/>
            <a:t>Optimize the LSTM model for stable generalization and performance.</a:t>
          </a:r>
        </a:p>
      </dsp:txBody>
      <dsp:txXfrm>
        <a:off x="1357965" y="2941639"/>
        <a:ext cx="4887299" cy="1175727"/>
      </dsp:txXfrm>
    </dsp:sp>
    <dsp:sp modelId="{9E819FE5-00BE-43D2-A3B5-21CE6BB7AC4A}">
      <dsp:nvSpPr>
        <dsp:cNvPr id="0" name=""/>
        <dsp:cNvSpPr/>
      </dsp:nvSpPr>
      <dsp:spPr>
        <a:xfrm>
          <a:off x="0" y="4411299"/>
          <a:ext cx="6245265" cy="117572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6F446AA-070A-4AD3-BC91-2F0A96FD51C4}">
      <dsp:nvSpPr>
        <dsp:cNvPr id="0" name=""/>
        <dsp:cNvSpPr/>
      </dsp:nvSpPr>
      <dsp:spPr>
        <a:xfrm>
          <a:off x="355657" y="4675838"/>
          <a:ext cx="646650" cy="64665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E25EBF1-D75D-4FBA-AB77-52931CFB029B}">
      <dsp:nvSpPr>
        <dsp:cNvPr id="0" name=""/>
        <dsp:cNvSpPr/>
      </dsp:nvSpPr>
      <dsp:spPr>
        <a:xfrm>
          <a:off x="1357965" y="4411299"/>
          <a:ext cx="4887299" cy="11757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431" tIns="124431" rIns="124431" bIns="124431" numCol="1" spcCol="1270" anchor="ctr" anchorCtr="0">
          <a:noAutofit/>
        </a:bodyPr>
        <a:lstStyle/>
        <a:p>
          <a:pPr marL="0" lvl="0" indent="0" algn="l" defTabSz="933450">
            <a:lnSpc>
              <a:spcPct val="100000"/>
            </a:lnSpc>
            <a:spcBef>
              <a:spcPct val="0"/>
            </a:spcBef>
            <a:spcAft>
              <a:spcPct val="35000"/>
            </a:spcAft>
            <a:buNone/>
          </a:pPr>
          <a:r>
            <a:rPr lang="en-US" sz="2100" kern="1200" dirty="0"/>
            <a:t>Deploy the best model via a Flask-based web application for practical use.</a:t>
          </a:r>
        </a:p>
      </dsp:txBody>
      <dsp:txXfrm>
        <a:off x="1357965" y="4411299"/>
        <a:ext cx="4887299" cy="117572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A38B4A-B5BC-4A04-9240-E3683946DF4A}">
      <dsp:nvSpPr>
        <dsp:cNvPr id="0" name=""/>
        <dsp:cNvSpPr/>
      </dsp:nvSpPr>
      <dsp:spPr>
        <a:xfrm>
          <a:off x="18364" y="856197"/>
          <a:ext cx="654107" cy="65410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76EA72C-3980-4449-9F13-09E9BA5A9DF2}">
      <dsp:nvSpPr>
        <dsp:cNvPr id="0" name=""/>
        <dsp:cNvSpPr/>
      </dsp:nvSpPr>
      <dsp:spPr>
        <a:xfrm>
          <a:off x="155727" y="993559"/>
          <a:ext cx="379382" cy="37938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0BFD521-9B7D-4068-9CDF-7A87FFF1C527}">
      <dsp:nvSpPr>
        <dsp:cNvPr id="0" name=""/>
        <dsp:cNvSpPr/>
      </dsp:nvSpPr>
      <dsp:spPr>
        <a:xfrm>
          <a:off x="812638" y="856197"/>
          <a:ext cx="1541825" cy="6541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kern="1200"/>
            <a:t>How to build a leak-free preprocessing pipeline?</a:t>
          </a:r>
        </a:p>
      </dsp:txBody>
      <dsp:txXfrm>
        <a:off x="812638" y="856197"/>
        <a:ext cx="1541825" cy="654107"/>
      </dsp:txXfrm>
    </dsp:sp>
    <dsp:sp modelId="{3D662DBF-7B58-4F05-B524-19F0FFACBE54}">
      <dsp:nvSpPr>
        <dsp:cNvPr id="0" name=""/>
        <dsp:cNvSpPr/>
      </dsp:nvSpPr>
      <dsp:spPr>
        <a:xfrm>
          <a:off x="2623114" y="856197"/>
          <a:ext cx="654107" cy="65410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5CA0726-FC2A-45AB-BECF-C4D60793EBF1}">
      <dsp:nvSpPr>
        <dsp:cNvPr id="0" name=""/>
        <dsp:cNvSpPr/>
      </dsp:nvSpPr>
      <dsp:spPr>
        <a:xfrm>
          <a:off x="2760477" y="993559"/>
          <a:ext cx="379382" cy="37938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4BE6DC3-888B-4E8B-9E82-39B1D642B1EA}">
      <dsp:nvSpPr>
        <dsp:cNvPr id="0" name=""/>
        <dsp:cNvSpPr/>
      </dsp:nvSpPr>
      <dsp:spPr>
        <a:xfrm>
          <a:off x="3417388" y="856197"/>
          <a:ext cx="1541825" cy="6541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kern="1200"/>
            <a:t>How do different sequence models compare in terms of forecasting accuracy and stability?</a:t>
          </a:r>
        </a:p>
      </dsp:txBody>
      <dsp:txXfrm>
        <a:off x="3417388" y="856197"/>
        <a:ext cx="1541825" cy="654107"/>
      </dsp:txXfrm>
    </dsp:sp>
    <dsp:sp modelId="{3149534D-CE4D-47D0-B453-ADD6993D8477}">
      <dsp:nvSpPr>
        <dsp:cNvPr id="0" name=""/>
        <dsp:cNvSpPr/>
      </dsp:nvSpPr>
      <dsp:spPr>
        <a:xfrm>
          <a:off x="18364" y="2128984"/>
          <a:ext cx="654107" cy="65410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91B866D-E857-4E1D-8F63-CD3987CB5A34}">
      <dsp:nvSpPr>
        <dsp:cNvPr id="0" name=""/>
        <dsp:cNvSpPr/>
      </dsp:nvSpPr>
      <dsp:spPr>
        <a:xfrm>
          <a:off x="155727" y="2266346"/>
          <a:ext cx="379382" cy="37938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0D055C4-5716-46B8-AA58-D893A2C27B90}">
      <dsp:nvSpPr>
        <dsp:cNvPr id="0" name=""/>
        <dsp:cNvSpPr/>
      </dsp:nvSpPr>
      <dsp:spPr>
        <a:xfrm>
          <a:off x="812638" y="2128984"/>
          <a:ext cx="1541825" cy="6541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kern="1200"/>
            <a:t>Model Evaluation: Using MAE, RMSE, R² to assess prediction accuracy</a:t>
          </a:r>
        </a:p>
      </dsp:txBody>
      <dsp:txXfrm>
        <a:off x="812638" y="2128984"/>
        <a:ext cx="1541825" cy="654107"/>
      </dsp:txXfrm>
    </dsp:sp>
    <dsp:sp modelId="{6D562969-E4B5-4197-A31F-B9BA896BF7DF}">
      <dsp:nvSpPr>
        <dsp:cNvPr id="0" name=""/>
        <dsp:cNvSpPr/>
      </dsp:nvSpPr>
      <dsp:spPr>
        <a:xfrm>
          <a:off x="2623114" y="2128984"/>
          <a:ext cx="654107" cy="65410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3BD2BE9-8A7E-4D6C-B3E8-1F54C4525167}">
      <dsp:nvSpPr>
        <dsp:cNvPr id="0" name=""/>
        <dsp:cNvSpPr/>
      </dsp:nvSpPr>
      <dsp:spPr>
        <a:xfrm>
          <a:off x="2760477" y="2266346"/>
          <a:ext cx="379382" cy="37938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43F6ECC-4C84-45B2-BCC7-3A0716902643}">
      <dsp:nvSpPr>
        <dsp:cNvPr id="0" name=""/>
        <dsp:cNvSpPr/>
      </dsp:nvSpPr>
      <dsp:spPr>
        <a:xfrm>
          <a:off x="3417388" y="2128984"/>
          <a:ext cx="1541825" cy="6541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kern="1200"/>
            <a:t>How to deploy the LSTM model for real-time forecasting using Flask?</a:t>
          </a:r>
        </a:p>
      </dsp:txBody>
      <dsp:txXfrm>
        <a:off x="3417388" y="2128984"/>
        <a:ext cx="1541825" cy="65410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AF6A455-53E8-4A53-A3EF-970E42429D7C}">
      <dsp:nvSpPr>
        <dsp:cNvPr id="0" name=""/>
        <dsp:cNvSpPr/>
      </dsp:nvSpPr>
      <dsp:spPr>
        <a:xfrm rot="16200000">
          <a:off x="-545294" y="548884"/>
          <a:ext cx="4551449" cy="3453680"/>
        </a:xfrm>
        <a:prstGeom prst="flowChartManualOperation">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2550" tIns="0" rIns="84399" bIns="0" numCol="1" spcCol="1270" anchor="ctr" anchorCtr="0">
          <a:noAutofit/>
        </a:bodyPr>
        <a:lstStyle/>
        <a:p>
          <a:pPr marL="0" lvl="0" indent="0" algn="ctr" defTabSz="577850">
            <a:lnSpc>
              <a:spcPct val="90000"/>
            </a:lnSpc>
            <a:spcBef>
              <a:spcPct val="0"/>
            </a:spcBef>
            <a:spcAft>
              <a:spcPct val="35000"/>
            </a:spcAft>
            <a:buNone/>
          </a:pPr>
          <a:r>
            <a:rPr lang="en-US" sz="1300" b="1" kern="1200"/>
            <a:t>Data Source: </a:t>
          </a:r>
          <a:r>
            <a:rPr lang="en-US" sz="1300" b="0" kern="1200"/>
            <a:t>The</a:t>
          </a:r>
          <a:r>
            <a:rPr lang="en-US" sz="1300" b="1" kern="1200"/>
            <a:t> </a:t>
          </a:r>
          <a:r>
            <a:rPr lang="en-US" sz="1300" b="0" kern="1200"/>
            <a:t>dataset used in this study was sourced from Kaggle and contains multi-sensor weather data, including temperature, humidity, pressure, wind speed, radiation, and precipitation. It was customized to meet the needs of the climate forecasting system.</a:t>
          </a:r>
          <a:endParaRPr lang="en-US" sz="1300" b="0" kern="1200" dirty="0"/>
        </a:p>
      </dsp:txBody>
      <dsp:txXfrm rot="5400000">
        <a:off x="3591" y="910289"/>
        <a:ext cx="3453680" cy="2730869"/>
      </dsp:txXfrm>
    </dsp:sp>
    <dsp:sp modelId="{61461B7B-D0FA-4054-AAE2-5FFB3794B43C}">
      <dsp:nvSpPr>
        <dsp:cNvPr id="0" name=""/>
        <dsp:cNvSpPr/>
      </dsp:nvSpPr>
      <dsp:spPr>
        <a:xfrm rot="16200000">
          <a:off x="3167412" y="548884"/>
          <a:ext cx="4551449" cy="3453680"/>
        </a:xfrm>
        <a:prstGeom prst="flowChartManualOperation">
          <a:avLst/>
        </a:prstGeom>
        <a:solidFill>
          <a:schemeClr val="accent5">
            <a:hueOff val="-12152150"/>
            <a:satOff val="-826"/>
            <a:lumOff val="1961"/>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2550" tIns="0" rIns="84399" bIns="0" numCol="1" spcCol="1270" anchor="ctr" anchorCtr="0">
          <a:noAutofit/>
        </a:bodyPr>
        <a:lstStyle/>
        <a:p>
          <a:pPr marL="0" lvl="0" indent="0" algn="ctr" defTabSz="577850">
            <a:lnSpc>
              <a:spcPct val="90000"/>
            </a:lnSpc>
            <a:spcBef>
              <a:spcPct val="0"/>
            </a:spcBef>
            <a:spcAft>
              <a:spcPct val="35000"/>
            </a:spcAft>
            <a:buNone/>
          </a:pPr>
          <a:r>
            <a:rPr lang="en-US" sz="1300" b="1" kern="1200" dirty="0"/>
            <a:t>Data Preprocessing:</a:t>
          </a:r>
          <a:endParaRPr lang="en-US" sz="1300" kern="1200" dirty="0"/>
        </a:p>
        <a:p>
          <a:pPr marL="0" lvl="0" indent="0" algn="ctr" defTabSz="577850">
            <a:lnSpc>
              <a:spcPct val="90000"/>
            </a:lnSpc>
            <a:spcBef>
              <a:spcPct val="0"/>
            </a:spcBef>
            <a:spcAft>
              <a:spcPct val="35000"/>
            </a:spcAft>
            <a:buFont typeface="Arial" panose="020B0604020202020204" pitchFamily="34" charset="0"/>
            <a:buNone/>
          </a:pPr>
          <a:r>
            <a:rPr lang="en-US" sz="1300" b="1" kern="1200" dirty="0"/>
            <a:t>Data Cleaning &amp; Alignment</a:t>
          </a:r>
          <a:r>
            <a:rPr lang="en-US" sz="1300" kern="1200" dirty="0"/>
            <a:t>: Raw data was cleaned and aligned to ensure consistency and accuracy across all sensors.</a:t>
          </a:r>
        </a:p>
        <a:p>
          <a:pPr marL="0" lvl="0" indent="0" algn="ctr" defTabSz="577850">
            <a:lnSpc>
              <a:spcPct val="90000"/>
            </a:lnSpc>
            <a:spcBef>
              <a:spcPct val="0"/>
            </a:spcBef>
            <a:spcAft>
              <a:spcPct val="35000"/>
            </a:spcAft>
            <a:buNone/>
          </a:pPr>
          <a:r>
            <a:rPr lang="en-US" sz="1300" b="1" kern="1200" dirty="0"/>
            <a:t>Handling Missing Values &amp; Outliers</a:t>
          </a:r>
          <a:r>
            <a:rPr lang="en-US" sz="1300" kern="1200" dirty="0"/>
            <a:t>: Missing data was imputed, and outliers were identified and removed to prevent distortion of model performance.</a:t>
          </a:r>
        </a:p>
        <a:p>
          <a:pPr marL="0" lvl="0" indent="0" algn="ctr" defTabSz="577850">
            <a:lnSpc>
              <a:spcPct val="90000"/>
            </a:lnSpc>
            <a:spcBef>
              <a:spcPct val="0"/>
            </a:spcBef>
            <a:spcAft>
              <a:spcPct val="35000"/>
            </a:spcAft>
            <a:buNone/>
          </a:pPr>
          <a:r>
            <a:rPr lang="en-US" sz="1300" b="1" kern="1200" dirty="0"/>
            <a:t>Time-Series Segmentation</a:t>
          </a:r>
          <a:r>
            <a:rPr lang="en-US" sz="1300" kern="1200" dirty="0"/>
            <a:t>: The data was divided into overlapping sliding windows to enable the model to learn from sequential patterns in the climate data.</a:t>
          </a:r>
        </a:p>
      </dsp:txBody>
      <dsp:txXfrm rot="5400000">
        <a:off x="3716297" y="910289"/>
        <a:ext cx="3453680" cy="2730869"/>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B09261-49D5-49EB-8F62-620630F30836}">
      <dsp:nvSpPr>
        <dsp:cNvPr id="0" name=""/>
        <dsp:cNvSpPr/>
      </dsp:nvSpPr>
      <dsp:spPr>
        <a:xfrm>
          <a:off x="18364" y="219803"/>
          <a:ext cx="654107" cy="65410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D44E2B2-8F04-4167-9345-B07C37E7BFD4}">
      <dsp:nvSpPr>
        <dsp:cNvPr id="0" name=""/>
        <dsp:cNvSpPr/>
      </dsp:nvSpPr>
      <dsp:spPr>
        <a:xfrm>
          <a:off x="155727" y="357166"/>
          <a:ext cx="379382" cy="37938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748130C-6B48-4DD0-BA87-419CE4BE7C40}">
      <dsp:nvSpPr>
        <dsp:cNvPr id="0" name=""/>
        <dsp:cNvSpPr/>
      </dsp:nvSpPr>
      <dsp:spPr>
        <a:xfrm>
          <a:off x="812638" y="219803"/>
          <a:ext cx="1541825" cy="6541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kern="1200"/>
            <a:t>Expand the dataset to include multiple regions for better generalization.</a:t>
          </a:r>
        </a:p>
      </dsp:txBody>
      <dsp:txXfrm>
        <a:off x="812638" y="219803"/>
        <a:ext cx="1541825" cy="654107"/>
      </dsp:txXfrm>
    </dsp:sp>
    <dsp:sp modelId="{C5B93983-DE3A-4C21-992C-75161AB9F255}">
      <dsp:nvSpPr>
        <dsp:cNvPr id="0" name=""/>
        <dsp:cNvSpPr/>
      </dsp:nvSpPr>
      <dsp:spPr>
        <a:xfrm>
          <a:off x="2623114" y="219803"/>
          <a:ext cx="654107" cy="65410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BD16DED-6ABB-49DF-83D2-29EC29082EA0}">
      <dsp:nvSpPr>
        <dsp:cNvPr id="0" name=""/>
        <dsp:cNvSpPr/>
      </dsp:nvSpPr>
      <dsp:spPr>
        <a:xfrm>
          <a:off x="2760477" y="357166"/>
          <a:ext cx="379382" cy="37938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D33924C-BD3E-49F5-B3A0-54818291E325}">
      <dsp:nvSpPr>
        <dsp:cNvPr id="0" name=""/>
        <dsp:cNvSpPr/>
      </dsp:nvSpPr>
      <dsp:spPr>
        <a:xfrm>
          <a:off x="3417388" y="219803"/>
          <a:ext cx="1541825" cy="6541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kern="1200"/>
            <a:t>Integrate spatial data from satellite or radar imagery.</a:t>
          </a:r>
        </a:p>
      </dsp:txBody>
      <dsp:txXfrm>
        <a:off x="3417388" y="219803"/>
        <a:ext cx="1541825" cy="654107"/>
      </dsp:txXfrm>
    </dsp:sp>
    <dsp:sp modelId="{6C70BFA2-34EA-4A23-8A6C-6819991D9D3C}">
      <dsp:nvSpPr>
        <dsp:cNvPr id="0" name=""/>
        <dsp:cNvSpPr/>
      </dsp:nvSpPr>
      <dsp:spPr>
        <a:xfrm>
          <a:off x="18364" y="1492590"/>
          <a:ext cx="654107" cy="65410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C68F836-D7A0-4077-98B0-7612E7C0F04A}">
      <dsp:nvSpPr>
        <dsp:cNvPr id="0" name=""/>
        <dsp:cNvSpPr/>
      </dsp:nvSpPr>
      <dsp:spPr>
        <a:xfrm>
          <a:off x="155727" y="1629953"/>
          <a:ext cx="379382" cy="37938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F218985-E73D-473B-8644-A0FDB5AE55AA}">
      <dsp:nvSpPr>
        <dsp:cNvPr id="0" name=""/>
        <dsp:cNvSpPr/>
      </dsp:nvSpPr>
      <dsp:spPr>
        <a:xfrm>
          <a:off x="812638" y="1492590"/>
          <a:ext cx="1541825" cy="6541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kern="1200"/>
            <a:t>Experiment with automated hyperparameter optimization techniques.</a:t>
          </a:r>
        </a:p>
      </dsp:txBody>
      <dsp:txXfrm>
        <a:off x="812638" y="1492590"/>
        <a:ext cx="1541825" cy="654107"/>
      </dsp:txXfrm>
    </dsp:sp>
    <dsp:sp modelId="{3A59F20A-87C4-4CD6-8D78-DD10C048706B}">
      <dsp:nvSpPr>
        <dsp:cNvPr id="0" name=""/>
        <dsp:cNvSpPr/>
      </dsp:nvSpPr>
      <dsp:spPr>
        <a:xfrm>
          <a:off x="2623114" y="1492590"/>
          <a:ext cx="654107" cy="65410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E9A60DC-213D-4D8F-B2F3-670200E5E385}">
      <dsp:nvSpPr>
        <dsp:cNvPr id="0" name=""/>
        <dsp:cNvSpPr/>
      </dsp:nvSpPr>
      <dsp:spPr>
        <a:xfrm>
          <a:off x="2760477" y="1629953"/>
          <a:ext cx="379382" cy="37938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A9B27DE-D12A-4B75-9180-7089D821997D}">
      <dsp:nvSpPr>
        <dsp:cNvPr id="0" name=""/>
        <dsp:cNvSpPr/>
      </dsp:nvSpPr>
      <dsp:spPr>
        <a:xfrm>
          <a:off x="3417388" y="1492590"/>
          <a:ext cx="1541825" cy="6541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kern="1200"/>
            <a:t>Improve cloud-based deployment for real-time performance at scale.</a:t>
          </a:r>
        </a:p>
      </dsp:txBody>
      <dsp:txXfrm>
        <a:off x="3417388" y="1492590"/>
        <a:ext cx="1541825" cy="654107"/>
      </dsp:txXfrm>
    </dsp:sp>
    <dsp:sp modelId="{6ABC11E8-065D-41D1-B5F8-5B6DBB8C4CFA}">
      <dsp:nvSpPr>
        <dsp:cNvPr id="0" name=""/>
        <dsp:cNvSpPr/>
      </dsp:nvSpPr>
      <dsp:spPr>
        <a:xfrm>
          <a:off x="18364" y="2765377"/>
          <a:ext cx="654107" cy="65410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A686B77-E98E-4E28-9299-C048F42E9E3D}">
      <dsp:nvSpPr>
        <dsp:cNvPr id="0" name=""/>
        <dsp:cNvSpPr/>
      </dsp:nvSpPr>
      <dsp:spPr>
        <a:xfrm>
          <a:off x="155727" y="2902740"/>
          <a:ext cx="379382" cy="379382"/>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52B172A-0546-454D-B817-CCAB86AE2C7F}">
      <dsp:nvSpPr>
        <dsp:cNvPr id="0" name=""/>
        <dsp:cNvSpPr/>
      </dsp:nvSpPr>
      <dsp:spPr>
        <a:xfrm>
          <a:off x="812638" y="2765377"/>
          <a:ext cx="1541825" cy="6541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kern="1200"/>
            <a:t>Integrate Explainable AI (XAI) for transparency in predictions.</a:t>
          </a:r>
        </a:p>
      </dsp:txBody>
      <dsp:txXfrm>
        <a:off x="812638" y="2765377"/>
        <a:ext cx="1541825" cy="654107"/>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F76AFE3-F525-4C9F-B685-7654413C4F4F}">
      <dsp:nvSpPr>
        <dsp:cNvPr id="0" name=""/>
        <dsp:cNvSpPr/>
      </dsp:nvSpPr>
      <dsp:spPr>
        <a:xfrm>
          <a:off x="879467" y="344758"/>
          <a:ext cx="4623937" cy="4623937"/>
        </a:xfrm>
        <a:prstGeom prst="pie">
          <a:avLst>
            <a:gd name="adj1" fmla="val 16200000"/>
            <a:gd name="adj2" fmla="val 0"/>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b="1" kern="1200"/>
            <a:t>Development of an End-to-End System:</a:t>
          </a:r>
          <a:r>
            <a:rPr lang="en-US" sz="1200" kern="1200"/>
            <a:t> A fully functional, deep learning-based climate forecasting system.</a:t>
          </a:r>
        </a:p>
      </dsp:txBody>
      <dsp:txXfrm>
        <a:off x="3334007" y="1303125"/>
        <a:ext cx="1706453" cy="1266078"/>
      </dsp:txXfrm>
    </dsp:sp>
    <dsp:sp modelId="{31677F43-1300-466C-8906-6A298971E4D7}">
      <dsp:nvSpPr>
        <dsp:cNvPr id="0" name=""/>
        <dsp:cNvSpPr/>
      </dsp:nvSpPr>
      <dsp:spPr>
        <a:xfrm>
          <a:off x="879467" y="499991"/>
          <a:ext cx="4623937" cy="4623937"/>
        </a:xfrm>
        <a:prstGeom prst="pie">
          <a:avLst>
            <a:gd name="adj1" fmla="val 0"/>
            <a:gd name="adj2" fmla="val 5400000"/>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b="1" kern="1200"/>
            <a:t>Practical Application:</a:t>
          </a:r>
          <a:r>
            <a:rPr lang="en-US" sz="1200" kern="1200"/>
            <a:t> The system provides actionable insights for agriculture, disaster management, and environmental planning.</a:t>
          </a:r>
        </a:p>
      </dsp:txBody>
      <dsp:txXfrm>
        <a:off x="3334007" y="2899484"/>
        <a:ext cx="1706453" cy="1266078"/>
      </dsp:txXfrm>
    </dsp:sp>
    <dsp:sp modelId="{A94B7B24-068F-4364-AB47-D2074C36F1D7}">
      <dsp:nvSpPr>
        <dsp:cNvPr id="0" name=""/>
        <dsp:cNvSpPr/>
      </dsp:nvSpPr>
      <dsp:spPr>
        <a:xfrm>
          <a:off x="724234" y="499991"/>
          <a:ext cx="4623937" cy="4623937"/>
        </a:xfrm>
        <a:prstGeom prst="pie">
          <a:avLst>
            <a:gd name="adj1" fmla="val 5400000"/>
            <a:gd name="adj2" fmla="val 10800000"/>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b="1" kern="1200"/>
            <a:t>Web-Based Deployment:</a:t>
          </a:r>
          <a:r>
            <a:rPr lang="en-US" sz="1200" kern="1200"/>
            <a:t> Successfully deployed a user-friendly web application that allows non-experts to interact with the model.</a:t>
          </a:r>
        </a:p>
      </dsp:txBody>
      <dsp:txXfrm>
        <a:off x="1187179" y="2899484"/>
        <a:ext cx="1706453" cy="1266078"/>
      </dsp:txXfrm>
    </dsp:sp>
    <dsp:sp modelId="{6D0ACE02-498A-402F-940D-D66180B91BD0}">
      <dsp:nvSpPr>
        <dsp:cNvPr id="0" name=""/>
        <dsp:cNvSpPr/>
      </dsp:nvSpPr>
      <dsp:spPr>
        <a:xfrm>
          <a:off x="724234" y="344758"/>
          <a:ext cx="4623937" cy="4623937"/>
        </a:xfrm>
        <a:prstGeom prst="pie">
          <a:avLst>
            <a:gd name="adj1" fmla="val 10800000"/>
            <a:gd name="adj2" fmla="val 16200000"/>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b="1" kern="1200"/>
            <a:t>Data-Driven Insights:</a:t>
          </a:r>
          <a:r>
            <a:rPr lang="en-US" sz="1200" kern="1200"/>
            <a:t> Demonstrated the effectiveness of multi-sensor data fusion for accurate short-term temperature prediction.</a:t>
          </a:r>
        </a:p>
      </dsp:txBody>
      <dsp:txXfrm>
        <a:off x="1187179" y="1303125"/>
        <a:ext cx="1706453" cy="1266078"/>
      </dsp:txXfrm>
    </dsp:sp>
    <dsp:sp modelId="{71A12C01-88D3-4740-A66A-38D0F4C7D023}">
      <dsp:nvSpPr>
        <dsp:cNvPr id="0" name=""/>
        <dsp:cNvSpPr/>
      </dsp:nvSpPr>
      <dsp:spPr>
        <a:xfrm>
          <a:off x="593223" y="58515"/>
          <a:ext cx="5196425" cy="5196425"/>
        </a:xfrm>
        <a:prstGeom prst="circularArrow">
          <a:avLst>
            <a:gd name="adj1" fmla="val 5085"/>
            <a:gd name="adj2" fmla="val 327528"/>
            <a:gd name="adj3" fmla="val 21272472"/>
            <a:gd name="adj4" fmla="val 16200000"/>
            <a:gd name="adj5" fmla="val 5932"/>
          </a:avLst>
        </a:prstGeom>
        <a:solidFill>
          <a:schemeClr val="accent6">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2164C99C-3721-4E8C-A7F9-205D2ABD3B4E}">
      <dsp:nvSpPr>
        <dsp:cNvPr id="0" name=""/>
        <dsp:cNvSpPr/>
      </dsp:nvSpPr>
      <dsp:spPr>
        <a:xfrm>
          <a:off x="593223" y="213747"/>
          <a:ext cx="5196425" cy="5196425"/>
        </a:xfrm>
        <a:prstGeom prst="circularArrow">
          <a:avLst>
            <a:gd name="adj1" fmla="val 5085"/>
            <a:gd name="adj2" fmla="val 327528"/>
            <a:gd name="adj3" fmla="val 5072472"/>
            <a:gd name="adj4" fmla="val 0"/>
            <a:gd name="adj5" fmla="val 5932"/>
          </a:avLst>
        </a:prstGeom>
        <a:solidFill>
          <a:schemeClr val="accent6">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85F084CE-F859-42BD-9EAA-A125763B4486}">
      <dsp:nvSpPr>
        <dsp:cNvPr id="0" name=""/>
        <dsp:cNvSpPr/>
      </dsp:nvSpPr>
      <dsp:spPr>
        <a:xfrm>
          <a:off x="437991" y="213747"/>
          <a:ext cx="5196425" cy="5196425"/>
        </a:xfrm>
        <a:prstGeom prst="circularArrow">
          <a:avLst>
            <a:gd name="adj1" fmla="val 5085"/>
            <a:gd name="adj2" fmla="val 327528"/>
            <a:gd name="adj3" fmla="val 10472472"/>
            <a:gd name="adj4" fmla="val 5400000"/>
            <a:gd name="adj5" fmla="val 5932"/>
          </a:avLst>
        </a:prstGeom>
        <a:solidFill>
          <a:schemeClr val="accent6">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84C9BB0C-A82A-4821-A903-8E3013FF4754}">
      <dsp:nvSpPr>
        <dsp:cNvPr id="0" name=""/>
        <dsp:cNvSpPr/>
      </dsp:nvSpPr>
      <dsp:spPr>
        <a:xfrm>
          <a:off x="437991" y="58515"/>
          <a:ext cx="5196425" cy="5196425"/>
        </a:xfrm>
        <a:prstGeom prst="circularArrow">
          <a:avLst>
            <a:gd name="adj1" fmla="val 5085"/>
            <a:gd name="adj2" fmla="val 327528"/>
            <a:gd name="adj3" fmla="val 15872472"/>
            <a:gd name="adj4" fmla="val 10800000"/>
            <a:gd name="adj5" fmla="val 5932"/>
          </a:avLst>
        </a:prstGeom>
        <a:solidFill>
          <a:schemeClr val="accent6">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cycle3">
  <dgm:title val=""/>
  <dgm:desc val=""/>
  <dgm:catLst>
    <dgm:cat type="cycle" pri="5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axis="ch" ptType="node" func="cnt" op="equ" val="2">
        <dgm:alg type="composite">
          <dgm:param type="ar" val="0.9"/>
        </dgm:alg>
        <dgm:shape xmlns:r="http://schemas.openxmlformats.org/officeDocument/2006/relationships" r:blip="">
          <dgm:adjLst/>
        </dgm:shape>
        <dgm:presOf/>
        <dgm:constrLst>
          <dgm:constr type="primFontSz" for="ch" ptType="node" op="equ" val="65"/>
          <dgm:constr type="ctrX" for="ch" forName="node1" refType="w" fact="0.5"/>
          <dgm:constr type="t" for="ch" forName="node1"/>
          <dgm:constr type="w" for="ch" forName="node1" refType="w" fact="0.8"/>
          <dgm:constr type="h" for="ch" forName="node1" refType="w" refFor="ch" refForName="node1" fact="0.5"/>
          <dgm:constr type="ctrX" for="ch" forName="sibTrans" refType="w" fact="0.5"/>
          <dgm:constr type="t" for="ch" forName="sibTrans"/>
          <dgm:constr type="w" for="ch" forName="sibTrans" refType="w" fact="0.8"/>
          <dgm:constr type="h" for="ch" forName="sibTrans" refType="w" refFor="ch" refForName="node1" fact="0.5"/>
          <dgm:constr type="userA" for="ch" forName="sibTrans" refType="w" fact="1.07"/>
          <dgm:constr type="ctrX" for="ch" forName="node2" refType="w" fact="0.5"/>
          <dgm:constr type="b" for="ch" forName="node2" refType="h"/>
          <dgm:constr type="w" for="ch" forName="node2" refType="w" fact="0.8"/>
          <dgm:constr type="h" for="ch" forName="node2" refType="w" refFor="ch" refForName="node1" fact="0.5"/>
          <dgm:constr type="l" for="ch" forName="sp1"/>
          <dgm:constr type="t" for="ch" forName="sp1" refType="h" fact="0.5"/>
          <dgm:constr type="w" for="ch" forName="sp1" val="1"/>
          <dgm:constr type="h" for="ch" forName="sp1" val="1"/>
          <dgm:constr type="r" for="ch" forName="sp2" refType="w"/>
          <dgm:constr type="t" for="ch" forName="sp2" refType="h" fact="0.5"/>
          <dgm:constr type="w" for="ch" forName="sp2" val="1"/>
          <dgm:constr type="h" for="ch" forName="sp2" val="1"/>
        </dgm:constrLst>
        <dgm:ruleLst/>
      </dgm:if>
      <dgm:else name="Name3">
        <dgm:alg type="composite"/>
        <dgm:shape xmlns:r="http://schemas.openxmlformats.org/officeDocument/2006/relationships" r:blip="">
          <dgm:adjLst/>
        </dgm:shape>
        <dgm:presOf/>
        <dgm:constrLst>
          <dgm:constr type="primFontSz" for="ch" ptType="node" op="equ" val="65"/>
        </dgm:constrLst>
        <dgm:ruleLst/>
      </dgm:else>
    </dgm:choose>
    <dgm:choose name="Name4">
      <dgm:if name="Name5" axis="ch" ptType="node" func="cnt" op="equ" val="2">
        <dgm:layoutNode name="node1">
          <dgm:varLst>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ibTrans" styleLbl="bgShp">
          <dgm:choose name="Name6">
            <dgm:if name="Name7" func="var" arg="dir" op="equ" val="norm">
              <dgm:alg type="conn">
                <dgm:param type="connRout" val="longCurve"/>
                <dgm:param type="begPts" val="midR"/>
                <dgm:param type="endPts" val="midL"/>
                <dgm:param type="dstNode" val="node1"/>
              </dgm:alg>
              <dgm:shape xmlns:r="http://schemas.openxmlformats.org/officeDocument/2006/relationships" type="conn" r:blip="" zOrderOff="-2">
                <dgm:adjLst/>
              </dgm:shape>
              <dgm:presOf axis="ch" ptType="sibTrans"/>
              <dgm:constrLst>
                <dgm:constr type="userA"/>
                <dgm:constr type="diam" refType="userA" fact="-1"/>
                <dgm:constr type="wArH" refType="userA" fact="0.05"/>
                <dgm:constr type="hArH" refType="userA" fact="0.1"/>
                <dgm:constr type="stemThick" refType="userA" fact="0.06"/>
                <dgm:constr type="begPad" refType="connDist" fact="-0.2"/>
                <dgm:constr type="endPad" refType="connDist" fact="0.05"/>
              </dgm:constrLst>
            </dgm:if>
            <dgm:else name="Name8">
              <dgm:alg type="conn">
                <dgm:param type="connRout" val="longCurve"/>
                <dgm:param type="begPts" val="midL"/>
                <dgm:param type="endPts" val="midR"/>
                <dgm:param type="dstNode" val="node1"/>
              </dgm:alg>
              <dgm:shape xmlns:r="http://schemas.openxmlformats.org/officeDocument/2006/relationships" type="conn" r:blip="" zOrderOff="-2">
                <dgm:adjLst/>
              </dgm:shape>
              <dgm:presOf axis="ch" ptType="sibTrans"/>
              <dgm:constrLst>
                <dgm:constr type="userA"/>
                <dgm:constr type="diam" refType="userA"/>
                <dgm:constr type="wArH" refType="userA" fact="0.05"/>
                <dgm:constr type="hArH" refType="userA" fact="0.1"/>
                <dgm:constr type="stemThick" refType="userA" fact="0.06"/>
                <dgm:constr type="begPad" refType="connDist" fact="-0.2"/>
                <dgm:constr type="endPad" refType="connDist" fact="0.05"/>
              </dgm:constrLst>
            </dgm:else>
          </dgm:choose>
          <dgm:ruleLst/>
        </dgm:layoutNode>
        <dgm:layoutNode name="node2">
          <dgm:varLst>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p1">
          <dgm:alg type="sp"/>
          <dgm:shape xmlns:r="http://schemas.openxmlformats.org/officeDocument/2006/relationships" r:blip="">
            <dgm:adjLst/>
          </dgm:shape>
          <dgm:presOf/>
          <dgm:constrLst/>
          <dgm:ruleLst/>
        </dgm:layoutNode>
        <dgm:layoutNode name="sp2">
          <dgm:alg type="sp"/>
          <dgm:shape xmlns:r="http://schemas.openxmlformats.org/officeDocument/2006/relationships" r:blip="">
            <dgm:adjLst/>
          </dgm:shape>
          <dgm:presOf/>
          <dgm:constrLst/>
          <dgm:ruleLst/>
        </dgm:layoutNode>
      </dgm:if>
      <dgm:else name="Name9">
        <dgm:layoutNode name="cycle">
          <dgm:choose name="Name10">
            <dgm:if name="Name11" func="var" arg="dir" op="equ" val="norm">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fact="-1"/>
                <dgm:constr type="wArH" for="ch" ptType="sibTrans" refType="diam" op="equ" fact="0.05"/>
                <dgm:constr type="hArH" for="ch" ptType="sibTrans" refType="diam" op="equ" fact="0.1"/>
                <dgm:constr type="stemThick" for="ch" ptType="sibTrans" refType="diam" op="equ" fact="0.065"/>
                <dgm:constr type="primFontSz" for="ch" ptType="node" op="equ"/>
              </dgm:constrLst>
            </dgm:if>
            <dgm:else name="Name12">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dgm:constr type="wArH" for="ch" ptType="sibTrans" refType="diam" op="equ" fact="0.05"/>
                <dgm:constr type="hArH" for="ch" ptType="sibTrans" refType="diam" op="equ" fact="0.1"/>
                <dgm:constr type="stemThick" for="ch" ptType="sibTrans" refType="diam" op="equ" fact="0.065"/>
                <dgm:constr type="primFontSz" for="ch" ptType="node" op="equ"/>
              </dgm:constrLst>
            </dgm:else>
          </dgm:choose>
          <dgm:ruleLst/>
          <dgm:forEach name="nodesFirstNodeForEach" axis="ch" ptType="node" cnt="1">
            <dgm:layoutNode name="nodeFirstNode">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FirstNode" styleLbl="bgShp">
                <dgm:choose name="Name13">
                  <dgm:if name="Name14" func="var" arg="dir" op="equ" val="norm">
                    <dgm:alg type="conn">
                      <dgm:param type="connRout" val="longCurve"/>
                      <dgm:param type="begPts" val="midR"/>
                      <dgm:param type="endPts" val="midL"/>
                      <dgm:param type="dstNode" val="nodeFirstNode"/>
                    </dgm:alg>
                  </dgm:if>
                  <dgm:else name="Name15">
                    <dgm:alg type="conn">
                      <dgm:param type="connRout" val="longCurve"/>
                      <dgm:param type="begPts" val="midL"/>
                      <dgm:param type="endPts" val="midR"/>
                      <dgm:param type="dstNode" val="nodeFirstNode"/>
                    </dgm:alg>
                  </dgm:else>
                </dgm:choose>
                <dgm:shape xmlns:r="http://schemas.openxmlformats.org/officeDocument/2006/relationships" type="conn" r:blip="" zOrderOff="-2">
                  <dgm:adjLst/>
                </dgm:shape>
                <dgm:presOf axis="self"/>
                <dgm:choose name="Name16">
                  <dgm:if name="Name17" axis="par ch" ptType="doc node" func="cnt" op="equ" val="3">
                    <dgm:constrLst>
                      <dgm:constr type="userA"/>
                      <dgm:constr type="diam" refType="userA" fact="1.01"/>
                      <dgm:constr type="begPad" refType="connDist" fact="-0.2"/>
                      <dgm:constr type="endPad" refType="connDist" fact="0.05"/>
                    </dgm:constrLst>
                  </dgm:if>
                  <dgm:if name="Name18" axis="par ch" ptType="doc node" func="cnt" op="equ" val="4">
                    <dgm:constrLst>
                      <dgm:constr type="userA"/>
                      <dgm:constr type="diam" refType="userA" fact="1.26"/>
                      <dgm:constr type="begPad" refType="connDist" fact="-0.2"/>
                      <dgm:constr type="endPad" refType="connDist" fact="0.05"/>
                    </dgm:constrLst>
                  </dgm:if>
                  <dgm:if name="Name19" axis="par ch" ptType="doc node" func="cnt" op="equ" val="5">
                    <dgm:constrLst>
                      <dgm:constr type="userA"/>
                      <dgm:constr type="diam" refType="userA" fact="1.04"/>
                      <dgm:constr type="begPad" refType="connDist" fact="-0.2"/>
                      <dgm:constr type="endPad" refType="connDist" fact="0.05"/>
                    </dgm:constrLst>
                  </dgm:if>
                  <dgm:if name="Name20" axis="par ch" ptType="doc node" func="cnt" op="equ" val="6">
                    <dgm:constrLst>
                      <dgm:constr type="userA"/>
                      <dgm:constr type="diam" refType="userA" fact="1.1"/>
                      <dgm:constr type="begPad" refType="connDist" fact="-0.2"/>
                      <dgm:constr type="endPad" refType="connDist" fact="0.05"/>
                    </dgm:constrLst>
                  </dgm:if>
                  <dgm:else name="Name21">
                    <dgm:constrLst>
                      <dgm:constr type="userA"/>
                      <dgm:constr type="diam" refType="userA" fact="1.04"/>
                      <dgm:constr type="begPad" refType="connDist" fact="-0.2"/>
                      <dgm:constr type="endPad" refType="connDist" fact="0.05"/>
                    </dgm:constrLst>
                  </dgm:else>
                </dgm:choose>
                <dgm:ruleLst/>
              </dgm:layoutNode>
            </dgm:forEach>
          </dgm:forEach>
          <dgm:forEach name="followingNodesForEach" axis="ch" ptType="node" st="2">
            <dgm:layoutNode name="nodeFollowingNodes">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dgm:layoutNode>
      </dgm:else>
    </dgm:choose>
  </dgm:layoutNode>
</dgm:layoutDef>
</file>

<file path=ppt/diagrams/layout3.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6.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8.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44D0BC-0064-4A92-BEFF-16FBBDBBB0DF}" type="datetimeFigureOut">
              <a:rPr lang="en-US" smtClean="0"/>
              <a:t>11/13/2025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03F125-9E85-4332-A3A6-3BD168D48E40}" type="slidenum">
              <a:rPr lang="en-US" smtClean="0"/>
              <a:t>‹#›</a:t>
            </a:fld>
            <a:endParaRPr lang="en-US"/>
          </a:p>
        </p:txBody>
      </p:sp>
    </p:spTree>
    <p:extLst>
      <p:ext uri="{BB962C8B-B14F-4D97-AF65-F5344CB8AC3E}">
        <p14:creationId xmlns:p14="http://schemas.microsoft.com/office/powerpoint/2010/main" val="26621141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903F125-9E85-4332-A3A6-3BD168D48E40}" type="slidenum">
              <a:rPr lang="en-US" smtClean="0"/>
              <a:t>10</a:t>
            </a:fld>
            <a:endParaRPr lang="en-US"/>
          </a:p>
        </p:txBody>
      </p:sp>
    </p:spTree>
    <p:extLst>
      <p:ext uri="{BB962C8B-B14F-4D97-AF65-F5344CB8AC3E}">
        <p14:creationId xmlns:p14="http://schemas.microsoft.com/office/powerpoint/2010/main" val="8663397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276B48-645A-51AB-0219-57D9B197EEE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25553BE-25DD-AA42-3FEC-DBFC8516856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7067868-DA1C-6240-97D8-19EFAC7726B8}"/>
              </a:ext>
            </a:extLst>
          </p:cNvPr>
          <p:cNvSpPr>
            <a:spLocks noGrp="1"/>
          </p:cNvSpPr>
          <p:nvPr>
            <p:ph type="dt" sz="half" idx="10"/>
          </p:nvPr>
        </p:nvSpPr>
        <p:spPr/>
        <p:txBody>
          <a:bodyPr/>
          <a:lstStyle/>
          <a:p>
            <a:fld id="{5BCAD085-E8A6-8845-BD4E-CB4CCA059FC4}" type="datetimeFigureOut">
              <a:rPr lang="en-US" smtClean="0"/>
              <a:t>11/13/2025</a:t>
            </a:fld>
            <a:endParaRPr lang="en-US"/>
          </a:p>
        </p:txBody>
      </p:sp>
      <p:sp>
        <p:nvSpPr>
          <p:cNvPr id="5" name="Footer Placeholder 4">
            <a:extLst>
              <a:ext uri="{FF2B5EF4-FFF2-40B4-BE49-F238E27FC236}">
                <a16:creationId xmlns:a16="http://schemas.microsoft.com/office/drawing/2014/main" id="{D446C59A-0A58-B0A4-A602-9F104A436B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5E6A58-5974-8B1F-6F2C-BABAFE30840E}"/>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190826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3AFCCA-602D-3E04-7188-7DC0EA502DC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78CE484-3C3D-FC4F-19A2-396DD8BFB36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A6EC21-3A15-F3F5-01E5-BC4E0E783124}"/>
              </a:ext>
            </a:extLst>
          </p:cNvPr>
          <p:cNvSpPr>
            <a:spLocks noGrp="1"/>
          </p:cNvSpPr>
          <p:nvPr>
            <p:ph type="dt" sz="half" idx="10"/>
          </p:nvPr>
        </p:nvSpPr>
        <p:spPr/>
        <p:txBody>
          <a:bodyPr/>
          <a:lstStyle/>
          <a:p>
            <a:fld id="{5BCAD085-E8A6-8845-BD4E-CB4CCA059FC4}" type="datetimeFigureOut">
              <a:rPr lang="en-US" smtClean="0"/>
              <a:t>11/13/2025</a:t>
            </a:fld>
            <a:endParaRPr lang="en-US"/>
          </a:p>
        </p:txBody>
      </p:sp>
      <p:sp>
        <p:nvSpPr>
          <p:cNvPr id="5" name="Footer Placeholder 4">
            <a:extLst>
              <a:ext uri="{FF2B5EF4-FFF2-40B4-BE49-F238E27FC236}">
                <a16:creationId xmlns:a16="http://schemas.microsoft.com/office/drawing/2014/main" id="{FDDE2EAF-777F-7F7B-CCBB-FA5DF97F857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24235B4-9B79-3D42-FABC-34EA5A36BDAB}"/>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573176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AD3686-D3D0-494C-6E76-115768F4385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CC13667-2428-10F2-AF73-CD2487BCBA8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E4D256E-127D-EBA2-5A13-C83271505269}"/>
              </a:ext>
            </a:extLst>
          </p:cNvPr>
          <p:cNvSpPr>
            <a:spLocks noGrp="1"/>
          </p:cNvSpPr>
          <p:nvPr>
            <p:ph type="dt" sz="half" idx="10"/>
          </p:nvPr>
        </p:nvSpPr>
        <p:spPr/>
        <p:txBody>
          <a:bodyPr/>
          <a:lstStyle/>
          <a:p>
            <a:fld id="{5BCAD085-E8A6-8845-BD4E-CB4CCA059FC4}" type="datetimeFigureOut">
              <a:rPr lang="en-US" smtClean="0"/>
              <a:t>11/13/2025</a:t>
            </a:fld>
            <a:endParaRPr lang="en-US"/>
          </a:p>
        </p:txBody>
      </p:sp>
      <p:sp>
        <p:nvSpPr>
          <p:cNvPr id="5" name="Footer Placeholder 4">
            <a:extLst>
              <a:ext uri="{FF2B5EF4-FFF2-40B4-BE49-F238E27FC236}">
                <a16:creationId xmlns:a16="http://schemas.microsoft.com/office/drawing/2014/main" id="{531BFA7B-D7B1-AE6A-0CE7-0BCAA53E507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F583DF-7D3C-418D-F122-F9E0C3E5448B}"/>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774377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4FDBEC-A78C-E79E-DE64-79751828A36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4D6FBBE-49AC-8A8D-C15E-8390B0C6F19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89F69EC-57B4-4A2E-5C12-18A0FEA3200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9481E3A-7278-5663-EAFD-0AF1F59343D2}"/>
              </a:ext>
            </a:extLst>
          </p:cNvPr>
          <p:cNvSpPr>
            <a:spLocks noGrp="1"/>
          </p:cNvSpPr>
          <p:nvPr>
            <p:ph type="dt" sz="half" idx="10"/>
          </p:nvPr>
        </p:nvSpPr>
        <p:spPr/>
        <p:txBody>
          <a:bodyPr/>
          <a:lstStyle/>
          <a:p>
            <a:fld id="{5BCAD085-E8A6-8845-BD4E-CB4CCA059FC4}" type="datetimeFigureOut">
              <a:rPr lang="en-US" smtClean="0"/>
              <a:t>11/13/2025</a:t>
            </a:fld>
            <a:endParaRPr lang="en-US"/>
          </a:p>
        </p:txBody>
      </p:sp>
      <p:sp>
        <p:nvSpPr>
          <p:cNvPr id="6" name="Footer Placeholder 5">
            <a:extLst>
              <a:ext uri="{FF2B5EF4-FFF2-40B4-BE49-F238E27FC236}">
                <a16:creationId xmlns:a16="http://schemas.microsoft.com/office/drawing/2014/main" id="{4D9FD367-6D3B-94B4-C7DB-E15CD50CB79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F4C53D8-A3BD-90A4-D20F-D5546650A1F3}"/>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885556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B7C1EC-9F4E-B1A4-195A-E11AC1DDA0B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FA65219-7265-0BF1-1A13-D65B2A70026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4EF42CE-93B1-658C-0999-C518AB665B7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CC30AF5-6B5F-6AB8-5F68-69F28972627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9D22700-1B2B-228B-9A96-066A20850A4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ED8F7BD-CA60-AA8F-2172-B51FF90336E4}"/>
              </a:ext>
            </a:extLst>
          </p:cNvPr>
          <p:cNvSpPr>
            <a:spLocks noGrp="1"/>
          </p:cNvSpPr>
          <p:nvPr>
            <p:ph type="dt" sz="half" idx="10"/>
          </p:nvPr>
        </p:nvSpPr>
        <p:spPr/>
        <p:txBody>
          <a:bodyPr/>
          <a:lstStyle/>
          <a:p>
            <a:fld id="{5BCAD085-E8A6-8845-BD4E-CB4CCA059FC4}" type="datetimeFigureOut">
              <a:rPr lang="en-US" smtClean="0"/>
              <a:t>11/13/2025</a:t>
            </a:fld>
            <a:endParaRPr lang="en-US"/>
          </a:p>
        </p:txBody>
      </p:sp>
      <p:sp>
        <p:nvSpPr>
          <p:cNvPr id="8" name="Footer Placeholder 7">
            <a:extLst>
              <a:ext uri="{FF2B5EF4-FFF2-40B4-BE49-F238E27FC236}">
                <a16:creationId xmlns:a16="http://schemas.microsoft.com/office/drawing/2014/main" id="{E675A261-539B-CFC2-40BC-4CC06660A7C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9AD5A2A-0BD4-0C39-717D-8A03FF2BCD40}"/>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934216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F0BF7D-09B8-5908-33EE-7A300E4D512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B81739A-C5AC-3ED7-0E70-ABD0F5DE7D91}"/>
              </a:ext>
            </a:extLst>
          </p:cNvPr>
          <p:cNvSpPr>
            <a:spLocks noGrp="1"/>
          </p:cNvSpPr>
          <p:nvPr>
            <p:ph type="dt" sz="half" idx="10"/>
          </p:nvPr>
        </p:nvSpPr>
        <p:spPr/>
        <p:txBody>
          <a:bodyPr/>
          <a:lstStyle/>
          <a:p>
            <a:fld id="{5BCAD085-E8A6-8845-BD4E-CB4CCA059FC4}" type="datetimeFigureOut">
              <a:rPr lang="en-US" smtClean="0"/>
              <a:t>11/13/2025</a:t>
            </a:fld>
            <a:endParaRPr lang="en-US"/>
          </a:p>
        </p:txBody>
      </p:sp>
      <p:sp>
        <p:nvSpPr>
          <p:cNvPr id="4" name="Footer Placeholder 3">
            <a:extLst>
              <a:ext uri="{FF2B5EF4-FFF2-40B4-BE49-F238E27FC236}">
                <a16:creationId xmlns:a16="http://schemas.microsoft.com/office/drawing/2014/main" id="{26F32C57-DC87-F97D-60F0-C4ABAD81F89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EC17E1E-7B32-0683-534D-F8233589261B}"/>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107603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F25232A-C3CD-728F-F11B-2EDF6BCD848F}"/>
              </a:ext>
            </a:extLst>
          </p:cNvPr>
          <p:cNvSpPr>
            <a:spLocks noGrp="1"/>
          </p:cNvSpPr>
          <p:nvPr>
            <p:ph type="dt" sz="half" idx="10"/>
          </p:nvPr>
        </p:nvSpPr>
        <p:spPr/>
        <p:txBody>
          <a:bodyPr/>
          <a:lstStyle/>
          <a:p>
            <a:fld id="{5BCAD085-E8A6-8845-BD4E-CB4CCA059FC4}" type="datetimeFigureOut">
              <a:rPr lang="en-US" smtClean="0"/>
              <a:t>11/13/2025</a:t>
            </a:fld>
            <a:endParaRPr lang="en-US"/>
          </a:p>
        </p:txBody>
      </p:sp>
      <p:sp>
        <p:nvSpPr>
          <p:cNvPr id="3" name="Footer Placeholder 2">
            <a:extLst>
              <a:ext uri="{FF2B5EF4-FFF2-40B4-BE49-F238E27FC236}">
                <a16:creationId xmlns:a16="http://schemas.microsoft.com/office/drawing/2014/main" id="{931DCB4B-56EE-D14C-168B-0B8E18EA701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DFC17DD-1B25-513B-550D-9BB06FF4D170}"/>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960258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1ACAC-E016-BDD6-4B79-105EEADBFF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5A8B816-BFD3-1AE2-B75D-251D9B464BD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1B9EBD4-8407-B152-5C2F-976206611D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61946EC-3905-E748-DF49-DB5F8529BBF3}"/>
              </a:ext>
            </a:extLst>
          </p:cNvPr>
          <p:cNvSpPr>
            <a:spLocks noGrp="1"/>
          </p:cNvSpPr>
          <p:nvPr>
            <p:ph type="dt" sz="half" idx="10"/>
          </p:nvPr>
        </p:nvSpPr>
        <p:spPr/>
        <p:txBody>
          <a:bodyPr/>
          <a:lstStyle/>
          <a:p>
            <a:fld id="{5BCAD085-E8A6-8845-BD4E-CB4CCA059FC4}" type="datetimeFigureOut">
              <a:rPr lang="en-US" smtClean="0"/>
              <a:t>11/13/2025</a:t>
            </a:fld>
            <a:endParaRPr lang="en-US"/>
          </a:p>
        </p:txBody>
      </p:sp>
      <p:sp>
        <p:nvSpPr>
          <p:cNvPr id="6" name="Footer Placeholder 5">
            <a:extLst>
              <a:ext uri="{FF2B5EF4-FFF2-40B4-BE49-F238E27FC236}">
                <a16:creationId xmlns:a16="http://schemas.microsoft.com/office/drawing/2014/main" id="{C9A26355-F952-D09E-01E1-51A08AC8438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4FEF68F-4BFD-147A-1AC2-9313E001BD85}"/>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890642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748811-988D-9B6C-25A0-D0A55D22A86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6E1FACF-1247-88CC-280F-BCF39AC851B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2B2D859-B001-BFF1-86B8-6FB1B57E41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9EB9BA-B569-134B-2BBB-96F8B711C9BC}"/>
              </a:ext>
            </a:extLst>
          </p:cNvPr>
          <p:cNvSpPr>
            <a:spLocks noGrp="1"/>
          </p:cNvSpPr>
          <p:nvPr>
            <p:ph type="dt" sz="half" idx="10"/>
          </p:nvPr>
        </p:nvSpPr>
        <p:spPr/>
        <p:txBody>
          <a:bodyPr/>
          <a:lstStyle/>
          <a:p>
            <a:fld id="{5BCAD085-E8A6-8845-BD4E-CB4CCA059FC4}" type="datetimeFigureOut">
              <a:rPr lang="en-US" smtClean="0"/>
              <a:t>11/13/2025</a:t>
            </a:fld>
            <a:endParaRPr lang="en-US"/>
          </a:p>
        </p:txBody>
      </p:sp>
      <p:sp>
        <p:nvSpPr>
          <p:cNvPr id="6" name="Footer Placeholder 5">
            <a:extLst>
              <a:ext uri="{FF2B5EF4-FFF2-40B4-BE49-F238E27FC236}">
                <a16:creationId xmlns:a16="http://schemas.microsoft.com/office/drawing/2014/main" id="{488105CB-7864-C82D-D732-9D07B30A8A2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5671CB5-0958-8058-C4F1-5A069A3F2B46}"/>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617539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70DEC-18E0-0C24-B6E7-44D8813E38D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52BEA3E-C6AC-90D4-5BD4-63A350F86B9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B49AA9B-38E3-88AE-187B-9DB2481434E8}"/>
              </a:ext>
            </a:extLst>
          </p:cNvPr>
          <p:cNvSpPr>
            <a:spLocks noGrp="1"/>
          </p:cNvSpPr>
          <p:nvPr>
            <p:ph type="dt" sz="half" idx="10"/>
          </p:nvPr>
        </p:nvSpPr>
        <p:spPr/>
        <p:txBody>
          <a:bodyPr/>
          <a:lstStyle/>
          <a:p>
            <a:fld id="{5BCAD085-E8A6-8845-BD4E-CB4CCA059FC4}" type="datetimeFigureOut">
              <a:rPr lang="en-US" smtClean="0"/>
              <a:t>11/13/2025</a:t>
            </a:fld>
            <a:endParaRPr lang="en-US"/>
          </a:p>
        </p:txBody>
      </p:sp>
      <p:sp>
        <p:nvSpPr>
          <p:cNvPr id="5" name="Footer Placeholder 4">
            <a:extLst>
              <a:ext uri="{FF2B5EF4-FFF2-40B4-BE49-F238E27FC236}">
                <a16:creationId xmlns:a16="http://schemas.microsoft.com/office/drawing/2014/main" id="{297354BD-FD1A-8FF3-C268-11132E41BCA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D841C1-E282-7B92-0C12-F4D8E8A38BD0}"/>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064690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35C48BE-966A-31DD-0346-98A1CD90D6C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4F0019C-419F-3A6C-09AA-993929B8D05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0ED83BD-EBA1-B7F2-F6EC-E6035EE44D6F}"/>
              </a:ext>
            </a:extLst>
          </p:cNvPr>
          <p:cNvSpPr>
            <a:spLocks noGrp="1"/>
          </p:cNvSpPr>
          <p:nvPr>
            <p:ph type="dt" sz="half" idx="10"/>
          </p:nvPr>
        </p:nvSpPr>
        <p:spPr/>
        <p:txBody>
          <a:bodyPr/>
          <a:lstStyle/>
          <a:p>
            <a:fld id="{5BCAD085-E8A6-8845-BD4E-CB4CCA059FC4}" type="datetimeFigureOut">
              <a:rPr lang="en-US" smtClean="0"/>
              <a:t>11/13/2025</a:t>
            </a:fld>
            <a:endParaRPr lang="en-US"/>
          </a:p>
        </p:txBody>
      </p:sp>
      <p:sp>
        <p:nvSpPr>
          <p:cNvPr id="5" name="Footer Placeholder 4">
            <a:extLst>
              <a:ext uri="{FF2B5EF4-FFF2-40B4-BE49-F238E27FC236}">
                <a16:creationId xmlns:a16="http://schemas.microsoft.com/office/drawing/2014/main" id="{45CFA1A6-114F-697F-AD12-C49DB4DC6C9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976BAC-2FE7-6DB5-B4F8-8615A4E8DBDA}"/>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643216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D48E8DF-D150-03D5-16A3-756FA812A42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22DEEB5-82CC-6CA0-95A0-A0E62C818CF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638CD9C-8033-F5C8-DDCE-049FD02DE77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BCAD085-E8A6-8845-BD4E-CB4CCA059FC4}" type="datetimeFigureOut">
              <a:rPr lang="en-US" smtClean="0"/>
              <a:t>11/13/2025</a:t>
            </a:fld>
            <a:endParaRPr lang="en-US"/>
          </a:p>
        </p:txBody>
      </p:sp>
      <p:sp>
        <p:nvSpPr>
          <p:cNvPr id="5" name="Footer Placeholder 4">
            <a:extLst>
              <a:ext uri="{FF2B5EF4-FFF2-40B4-BE49-F238E27FC236}">
                <a16:creationId xmlns:a16="http://schemas.microsoft.com/office/drawing/2014/main" id="{70EC8198-2558-53FD-8F77-DD3BAD79F6C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B6C3729-9583-0B10-7DDB-68D8FBC57D4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212990407"/>
      </p:ext>
    </p:extLst>
  </p:cSld>
  <p:clrMap bg1="lt1" tx1="dk1" bg2="lt2" tx2="dk2" accent1="accent1" accent2="accent2" accent3="accent3" accent4="accent4" accent5="accent5" accent6="accent6" hlink="hlink" folHlink="folHlink"/>
  <p:sldLayoutIdLst>
    <p:sldLayoutId id="2147483967" r:id="rId1"/>
    <p:sldLayoutId id="2147483968" r:id="rId2"/>
    <p:sldLayoutId id="2147483969" r:id="rId3"/>
    <p:sldLayoutId id="2147483970" r:id="rId4"/>
    <p:sldLayoutId id="2147483971" r:id="rId5"/>
    <p:sldLayoutId id="2147483972" r:id="rId6"/>
    <p:sldLayoutId id="2147483973" r:id="rId7"/>
    <p:sldLayoutId id="2147483974" r:id="rId8"/>
    <p:sldLayoutId id="2147483975" r:id="rId9"/>
    <p:sldLayoutId id="2147483976" r:id="rId10"/>
    <p:sldLayoutId id="214748397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5.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diagramLayout" Target="../diagrams/layout5.xml"/><Relationship Id="rId7" Type="http://schemas.openxmlformats.org/officeDocument/2006/relationships/image" Target="../media/image24.png"/><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6.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image" Target="../media/image26.png"/><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33.png"/></Relationships>
</file>

<file path=ppt/slides/_rels/slide1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5.png"/><Relationship Id="rId7" Type="http://schemas.openxmlformats.org/officeDocument/2006/relationships/image" Target="../media/image40.png"/><Relationship Id="rId2" Type="http://schemas.openxmlformats.org/officeDocument/2006/relationships/image" Target="../media/image36.png"/><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14.xml.rels><?xml version="1.0" encoding="UTF-8" standalone="yes"?>
<Relationships xmlns="http://schemas.openxmlformats.org/package/2006/relationships"><Relationship Id="rId8" Type="http://schemas.microsoft.com/office/2007/relationships/diagramDrawing" Target="../diagrams/drawing7.xml"/><Relationship Id="rId3" Type="http://schemas.openxmlformats.org/officeDocument/2006/relationships/image" Target="../media/image42.svg"/><Relationship Id="rId7" Type="http://schemas.openxmlformats.org/officeDocument/2006/relationships/diagramColors" Target="../diagrams/colors7.xml"/><Relationship Id="rId2" Type="http://schemas.openxmlformats.org/officeDocument/2006/relationships/image" Target="../media/image41.png"/><Relationship Id="rId1" Type="http://schemas.openxmlformats.org/officeDocument/2006/relationships/slideLayout" Target="../slideLayouts/slideLayout2.xml"/><Relationship Id="rId6" Type="http://schemas.openxmlformats.org/officeDocument/2006/relationships/diagramQuickStyle" Target="../diagrams/quickStyle7.xml"/><Relationship Id="rId5" Type="http://schemas.openxmlformats.org/officeDocument/2006/relationships/diagramLayout" Target="../diagrams/layout7.xml"/><Relationship Id="rId4" Type="http://schemas.openxmlformats.org/officeDocument/2006/relationships/diagramData" Target="../diagrams/data7.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6.xml.rels><?xml version="1.0" encoding="UTF-8" standalone="yes"?>
<Relationships xmlns="http://schemas.openxmlformats.org/package/2006/relationships"><Relationship Id="rId3" Type="http://schemas.openxmlformats.org/officeDocument/2006/relationships/image" Target="../media/image53.jpg"/><Relationship Id="rId2" Type="http://schemas.openxmlformats.org/officeDocument/2006/relationships/image" Target="../media/image52.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5.svg"/><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7.svg"/><Relationship Id="rId2" Type="http://schemas.openxmlformats.org/officeDocument/2006/relationships/image" Target="../media/image5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7" name="Rectangle 96">
            <a:extLst>
              <a:ext uri="{FF2B5EF4-FFF2-40B4-BE49-F238E27FC236}">
                <a16:creationId xmlns:a16="http://schemas.microsoft.com/office/drawing/2014/main" id="{2596F992-698C-48C0-9D89-70DA4CE92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18984" y="4230093"/>
            <a:ext cx="4150581" cy="1800165"/>
          </a:xfrm>
        </p:spPr>
        <p:txBody>
          <a:bodyPr anchor="t">
            <a:normAutofit/>
          </a:bodyPr>
          <a:lstStyle/>
          <a:p>
            <a:pPr lvl="0" algn="r"/>
            <a:r>
              <a:rPr lang="en-US" sz="3100"/>
              <a:t>Climate Forecasting System Based on Deep Learning and Multi-Sensors</a:t>
            </a:r>
          </a:p>
        </p:txBody>
      </p:sp>
      <p:pic>
        <p:nvPicPr>
          <p:cNvPr id="4" name="图片 1">
            <a:extLst>
              <a:ext uri="{FF2B5EF4-FFF2-40B4-BE49-F238E27FC236}">
                <a16:creationId xmlns:a16="http://schemas.microsoft.com/office/drawing/2014/main" id="{9490BD0B-A5CD-4BAB-05D9-58E81CAAF6C0}"/>
              </a:ext>
            </a:extLst>
          </p:cNvPr>
          <p:cNvPicPr>
            <a:picLocks noChangeAspect="1"/>
          </p:cNvPicPr>
          <p:nvPr/>
        </p:nvPicPr>
        <p:blipFill>
          <a:blip r:embed="rId2">
            <a:extLst>
              <a:ext uri="{28A0092B-C50C-407E-A947-70E740481C1C}">
                <a14:useLocalDpi xmlns:a14="http://schemas.microsoft.com/office/drawing/2010/main" val="0"/>
              </a:ext>
            </a:extLst>
          </a:blip>
          <a:srcRect t="-5834" r="73652" b="-1"/>
          <a:stretch>
            <a:fillRect/>
          </a:stretch>
        </p:blipFill>
        <p:spPr>
          <a:xfrm>
            <a:off x="4643351" y="457200"/>
            <a:ext cx="2966260" cy="3455325"/>
          </a:xfrm>
          <a:prstGeom prst="rect">
            <a:avLst/>
          </a:prstGeom>
          <a:noFill/>
        </p:spPr>
      </p:pic>
      <p:sp>
        <p:nvSpPr>
          <p:cNvPr id="99" name="Rectangle 98">
            <a:extLst>
              <a:ext uri="{FF2B5EF4-FFF2-40B4-BE49-F238E27FC236}">
                <a16:creationId xmlns:a16="http://schemas.microsoft.com/office/drawing/2014/main" id="{E7BFF8DC-0AE7-4AD2-9B28-2E5F26D62C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6406116"/>
            <a:ext cx="12191998" cy="461774"/>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Rectangle 100">
            <a:extLst>
              <a:ext uri="{FF2B5EF4-FFF2-40B4-BE49-F238E27FC236}">
                <a16:creationId xmlns:a16="http://schemas.microsoft.com/office/drawing/2014/main" id="{7E0162AD-C6E5-4BF8-A453-76ADB36877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300" y="6406115"/>
            <a:ext cx="4076698" cy="464399"/>
          </a:xfrm>
          <a:prstGeom prst="rect">
            <a:avLst/>
          </a:prstGeom>
          <a:gradFill>
            <a:gsLst>
              <a:gs pos="19000">
                <a:srgbClr val="000000">
                  <a:alpha val="31000"/>
                </a:srgbClr>
              </a:gs>
              <a:gs pos="99000">
                <a:schemeClr val="accent1"/>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 name="Content Placeholder 2">
            <a:extLst>
              <a:ext uri="{FF2B5EF4-FFF2-40B4-BE49-F238E27FC236}">
                <a16:creationId xmlns:a16="http://schemas.microsoft.com/office/drawing/2014/main" id="{75284E27-10D0-4F5C-DD66-FEF51C96E901}"/>
              </a:ext>
            </a:extLst>
          </p:cNvPr>
          <p:cNvGraphicFramePr>
            <a:graphicFrameLocks noGrp="1"/>
          </p:cNvGraphicFramePr>
          <p:nvPr>
            <p:ph idx="1"/>
            <p:extLst>
              <p:ext uri="{D42A27DB-BD31-4B8C-83A1-F6EECF244321}">
                <p14:modId xmlns:p14="http://schemas.microsoft.com/office/powerpoint/2010/main" val="799702893"/>
              </p:ext>
            </p:extLst>
          </p:nvPr>
        </p:nvGraphicFramePr>
        <p:xfrm>
          <a:off x="5246415" y="4230094"/>
          <a:ext cx="6235268" cy="180016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2" name="Rectangle 81">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557188"/>
            <a:ext cx="10515600" cy="1133499"/>
          </a:xfrm>
        </p:spPr>
        <p:txBody>
          <a:bodyPr vert="horz" lIns="91440" tIns="45720" rIns="91440" bIns="45720" rtlCol="0">
            <a:normAutofit/>
          </a:bodyPr>
          <a:lstStyle/>
          <a:p>
            <a:pPr algn="ctr"/>
            <a:r>
              <a:rPr lang="en-US" sz="5200" kern="1200">
                <a:latin typeface="+mj-lt"/>
                <a:ea typeface="+mj-ea"/>
                <a:cs typeface="+mj-cs"/>
              </a:rPr>
              <a:t>Agenda</a:t>
            </a:r>
          </a:p>
        </p:txBody>
      </p:sp>
      <p:graphicFrame>
        <p:nvGraphicFramePr>
          <p:cNvPr id="65" name="Content Placeholder 5">
            <a:extLst>
              <a:ext uri="{FF2B5EF4-FFF2-40B4-BE49-F238E27FC236}">
                <a16:creationId xmlns:a16="http://schemas.microsoft.com/office/drawing/2014/main" id="{76D5DE6A-C077-5C27-F9C9-F4085C1B9F8D}"/>
              </a:ext>
            </a:extLst>
          </p:cNvPr>
          <p:cNvGraphicFramePr>
            <a:graphicFrameLocks noGrp="1"/>
          </p:cNvGraphicFramePr>
          <p:nvPr>
            <p:ph idx="1"/>
            <p:extLst>
              <p:ext uri="{D42A27DB-BD31-4B8C-83A1-F6EECF244321}">
                <p14:modId xmlns:p14="http://schemas.microsoft.com/office/powerpoint/2010/main" val="1952106307"/>
              </p:ext>
            </p:extLst>
          </p:nvPr>
        </p:nvGraphicFramePr>
        <p:xfrm>
          <a:off x="838200" y="1828800"/>
          <a:ext cx="10515600" cy="43525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92E0A36-7C9E-6F57-4802-4716481BCF39}"/>
            </a:ext>
          </a:extLst>
        </p:cNvPr>
        <p:cNvGrpSpPr/>
        <p:nvPr/>
      </p:nvGrpSpPr>
      <p:grpSpPr>
        <a:xfrm>
          <a:off x="0" y="0"/>
          <a:ext cx="0" cy="0"/>
          <a:chOff x="0" y="0"/>
          <a:chExt cx="0" cy="0"/>
        </a:xfrm>
      </p:grpSpPr>
      <p:sp useBgFill="1">
        <p:nvSpPr>
          <p:cNvPr id="93" name="Rectangle 92">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FE202BD-1149-5D4E-C020-C7383158E75F}"/>
              </a:ext>
            </a:extLst>
          </p:cNvPr>
          <p:cNvSpPr>
            <a:spLocks noGrp="1"/>
          </p:cNvSpPr>
          <p:nvPr>
            <p:ph type="title"/>
          </p:nvPr>
        </p:nvSpPr>
        <p:spPr>
          <a:xfrm>
            <a:off x="838200" y="557188"/>
            <a:ext cx="10515600" cy="1133499"/>
          </a:xfrm>
        </p:spPr>
        <p:txBody>
          <a:bodyPr>
            <a:normAutofit/>
          </a:bodyPr>
          <a:lstStyle/>
          <a:p>
            <a:pPr algn="ctr"/>
            <a:r>
              <a:rPr lang="en-US" sz="5200"/>
              <a:t>Introduction</a:t>
            </a:r>
          </a:p>
        </p:txBody>
      </p:sp>
      <p:graphicFrame>
        <p:nvGraphicFramePr>
          <p:cNvPr id="5" name="Content Placeholder 2">
            <a:extLst>
              <a:ext uri="{FF2B5EF4-FFF2-40B4-BE49-F238E27FC236}">
                <a16:creationId xmlns:a16="http://schemas.microsoft.com/office/drawing/2014/main" id="{BC7229FB-0E19-3821-70DC-E05FF5A106A8}"/>
              </a:ext>
            </a:extLst>
          </p:cNvPr>
          <p:cNvGraphicFramePr>
            <a:graphicFrameLocks noGrp="1"/>
          </p:cNvGraphicFramePr>
          <p:nvPr>
            <p:ph idx="1"/>
            <p:extLst>
              <p:ext uri="{D42A27DB-BD31-4B8C-83A1-F6EECF244321}">
                <p14:modId xmlns:p14="http://schemas.microsoft.com/office/powerpoint/2010/main" val="2170773300"/>
              </p:ext>
            </p:extLst>
          </p:nvPr>
        </p:nvGraphicFramePr>
        <p:xfrm>
          <a:off x="838200" y="1828800"/>
          <a:ext cx="10515600" cy="43525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257022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p:cNvSpPr>
            <a:spLocks noGrp="1"/>
          </p:cNvSpPr>
          <p:nvPr>
            <p:ph type="title"/>
          </p:nvPr>
        </p:nvSpPr>
        <p:spPr>
          <a:xfrm>
            <a:off x="479394" y="1070800"/>
            <a:ext cx="3939688" cy="5583126"/>
          </a:xfrm>
        </p:spPr>
        <p:txBody>
          <a:bodyPr>
            <a:normAutofit/>
          </a:bodyPr>
          <a:lstStyle/>
          <a:p>
            <a:pPr algn="r"/>
            <a:r>
              <a:rPr lang="en-US" sz="6800" dirty="0"/>
              <a:t>Research Objectives</a:t>
            </a:r>
          </a:p>
        </p:txBody>
      </p:sp>
      <p:cxnSp>
        <p:nvCxnSpPr>
          <p:cNvPr id="26" name="Straight Connector 25">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8053"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6DA195F3-01E6-379D-70D0-123A15DEC74F}"/>
              </a:ext>
            </a:extLst>
          </p:cNvPr>
          <p:cNvGraphicFramePr>
            <a:graphicFrameLocks noGrp="1"/>
          </p:cNvGraphicFramePr>
          <p:nvPr>
            <p:ph idx="1"/>
            <p:extLst>
              <p:ext uri="{D42A27DB-BD31-4B8C-83A1-F6EECF244321}">
                <p14:modId xmlns:p14="http://schemas.microsoft.com/office/powerpoint/2010/main" val="2592113224"/>
              </p:ext>
            </p:extLst>
          </p:nvPr>
        </p:nvGraphicFramePr>
        <p:xfrm>
          <a:off x="5108535" y="1070800"/>
          <a:ext cx="6245265" cy="55893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0C1A09A-3F9F-4B01-495D-CE2995F2A3D8}"/>
            </a:ext>
          </a:extLst>
        </p:cNvPr>
        <p:cNvGrpSpPr/>
        <p:nvPr/>
      </p:nvGrpSpPr>
      <p:grpSpPr>
        <a:xfrm>
          <a:off x="0" y="0"/>
          <a:ext cx="0" cy="0"/>
          <a:chOff x="0" y="0"/>
          <a:chExt cx="0" cy="0"/>
        </a:xfrm>
      </p:grpSpPr>
      <p:sp useBgFill="1">
        <p:nvSpPr>
          <p:cNvPr id="60" name="Rectangle 59">
            <a:extLst>
              <a:ext uri="{FF2B5EF4-FFF2-40B4-BE49-F238E27FC236}">
                <a16:creationId xmlns:a16="http://schemas.microsoft.com/office/drawing/2014/main" id="{EDDBB197-D710-4A4F-A9CA-FD2177498B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a:extLst>
              <a:ext uri="{FF2B5EF4-FFF2-40B4-BE49-F238E27FC236}">
                <a16:creationId xmlns:a16="http://schemas.microsoft.com/office/drawing/2014/main" id="{975D1CFA-2CDB-4B64-BD9F-85744E8DA1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BA879FF-B5FE-3BF3-BF80-4B55E88BD1E4}"/>
              </a:ext>
            </a:extLst>
          </p:cNvPr>
          <p:cNvSpPr>
            <a:spLocks noGrp="1"/>
          </p:cNvSpPr>
          <p:nvPr>
            <p:ph type="title"/>
          </p:nvPr>
        </p:nvSpPr>
        <p:spPr>
          <a:xfrm>
            <a:off x="804672" y="802955"/>
            <a:ext cx="4977976" cy="1454051"/>
          </a:xfrm>
        </p:spPr>
        <p:txBody>
          <a:bodyPr>
            <a:normAutofit/>
          </a:bodyPr>
          <a:lstStyle/>
          <a:p>
            <a:r>
              <a:rPr lang="en-US" sz="3600">
                <a:solidFill>
                  <a:schemeClr val="tx2"/>
                </a:solidFill>
              </a:rPr>
              <a:t>Research Questions</a:t>
            </a:r>
          </a:p>
        </p:txBody>
      </p:sp>
      <p:graphicFrame>
        <p:nvGraphicFramePr>
          <p:cNvPr id="22" name="Content Placeholder 2">
            <a:extLst>
              <a:ext uri="{FF2B5EF4-FFF2-40B4-BE49-F238E27FC236}">
                <a16:creationId xmlns:a16="http://schemas.microsoft.com/office/drawing/2014/main" id="{29C163FA-3C60-355F-2D55-B2FC4AC5A2C1}"/>
              </a:ext>
            </a:extLst>
          </p:cNvPr>
          <p:cNvGraphicFramePr>
            <a:graphicFrameLocks noGrp="1"/>
          </p:cNvGraphicFramePr>
          <p:nvPr>
            <p:ph idx="1"/>
            <p:extLst>
              <p:ext uri="{D42A27DB-BD31-4B8C-83A1-F6EECF244321}">
                <p14:modId xmlns:p14="http://schemas.microsoft.com/office/powerpoint/2010/main" val="1062424680"/>
              </p:ext>
            </p:extLst>
          </p:nvPr>
        </p:nvGraphicFramePr>
        <p:xfrm>
          <a:off x="804672" y="2421682"/>
          <a:ext cx="4977578" cy="363928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62" name="Group 61">
            <a:extLst>
              <a:ext uri="{FF2B5EF4-FFF2-40B4-BE49-F238E27FC236}">
                <a16:creationId xmlns:a16="http://schemas.microsoft.com/office/drawing/2014/main" id="{25EE5136-01F1-466C-962D-BA9B4C6757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369897" y="0"/>
            <a:ext cx="5822103" cy="6685267"/>
            <a:chOff x="6357228" y="0"/>
            <a:chExt cx="5822103" cy="6685267"/>
          </a:xfrm>
        </p:grpSpPr>
        <p:sp>
          <p:nvSpPr>
            <p:cNvPr id="63" name="Freeform: Shape 62">
              <a:extLst>
                <a:ext uri="{FF2B5EF4-FFF2-40B4-BE49-F238E27FC236}">
                  <a16:creationId xmlns:a16="http://schemas.microsoft.com/office/drawing/2014/main" id="{E11D3AD4-AF9B-4EB5-8C7B-C45D173B4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57228" y="0"/>
              <a:ext cx="5822102" cy="6685267"/>
            </a:xfrm>
            <a:custGeom>
              <a:avLst/>
              <a:gdLst>
                <a:gd name="connsiteX0" fmla="*/ 2605444 w 5822102"/>
                <a:gd name="connsiteY0" fmla="*/ 0 h 6685267"/>
                <a:gd name="connsiteX1" fmla="*/ 4757391 w 5822102"/>
                <a:gd name="connsiteY1" fmla="*/ 0 h 6685267"/>
                <a:gd name="connsiteX2" fmla="*/ 4913680 w 5822102"/>
                <a:gd name="connsiteY2" fmla="*/ 56274 h 6685267"/>
                <a:gd name="connsiteX3" fmla="*/ 5376238 w 5822102"/>
                <a:gd name="connsiteY3" fmla="*/ 282027 h 6685267"/>
                <a:gd name="connsiteX4" fmla="*/ 5658024 w 5822102"/>
                <a:gd name="connsiteY4" fmla="*/ 471014 h 6685267"/>
                <a:gd name="connsiteX5" fmla="*/ 5822102 w 5822102"/>
                <a:gd name="connsiteY5" fmla="*/ 609109 h 6685267"/>
                <a:gd name="connsiteX6" fmla="*/ 5822102 w 5822102"/>
                <a:gd name="connsiteY6" fmla="*/ 760697 h 6685267"/>
                <a:gd name="connsiteX7" fmla="*/ 5707785 w 5822102"/>
                <a:gd name="connsiteY7" fmla="*/ 666601 h 6685267"/>
                <a:gd name="connsiteX8" fmla="*/ 5577306 w 5822102"/>
                <a:gd name="connsiteY8" fmla="*/ 571666 h 6685267"/>
                <a:gd name="connsiteX9" fmla="*/ 5298630 w 5822102"/>
                <a:gd name="connsiteY9" fmla="*/ 407449 h 6685267"/>
                <a:gd name="connsiteX10" fmla="*/ 4690768 w 5822102"/>
                <a:gd name="connsiteY10" fmla="*/ 184979 h 6685267"/>
                <a:gd name="connsiteX11" fmla="*/ 4048577 w 5822102"/>
                <a:gd name="connsiteY11" fmla="*/ 99280 h 6685267"/>
                <a:gd name="connsiteX12" fmla="*/ 3405404 w 5822102"/>
                <a:gd name="connsiteY12" fmla="*/ 131937 h 6685267"/>
                <a:gd name="connsiteX13" fmla="*/ 3089702 w 5822102"/>
                <a:gd name="connsiteY13" fmla="*/ 190190 h 6685267"/>
                <a:gd name="connsiteX14" fmla="*/ 2780132 w 5822102"/>
                <a:gd name="connsiteY14" fmla="*/ 273457 h 6685267"/>
                <a:gd name="connsiteX15" fmla="*/ 2478040 w 5822102"/>
                <a:gd name="connsiteY15" fmla="*/ 379654 h 6685267"/>
                <a:gd name="connsiteX16" fmla="*/ 2184897 w 5822102"/>
                <a:gd name="connsiteY16" fmla="*/ 507972 h 6685267"/>
                <a:gd name="connsiteX17" fmla="*/ 1629141 w 5822102"/>
                <a:gd name="connsiteY17" fmla="*/ 823205 h 6685267"/>
                <a:gd name="connsiteX18" fmla="*/ 1497711 w 5822102"/>
                <a:gd name="connsiteY18" fmla="*/ 914000 h 6685267"/>
                <a:gd name="connsiteX19" fmla="*/ 1433099 w 5822102"/>
                <a:gd name="connsiteY19" fmla="*/ 960903 h 6685267"/>
                <a:gd name="connsiteX20" fmla="*/ 1369346 w 5822102"/>
                <a:gd name="connsiteY20" fmla="*/ 1008963 h 6685267"/>
                <a:gd name="connsiteX21" fmla="*/ 1123406 w 5822102"/>
                <a:gd name="connsiteY21" fmla="*/ 1212905 h 6685267"/>
                <a:gd name="connsiteX22" fmla="*/ 684367 w 5822102"/>
                <a:gd name="connsiteY22" fmla="*/ 1675564 h 6685267"/>
                <a:gd name="connsiteX23" fmla="*/ 497153 w 5822102"/>
                <a:gd name="connsiteY23" fmla="*/ 1933588 h 6685267"/>
                <a:gd name="connsiteX24" fmla="*/ 337770 w 5822102"/>
                <a:gd name="connsiteY24" fmla="*/ 2208983 h 6685267"/>
                <a:gd name="connsiteX25" fmla="*/ 302461 w 5822102"/>
                <a:gd name="connsiteY25" fmla="*/ 2280207 h 6685267"/>
                <a:gd name="connsiteX26" fmla="*/ 285296 w 5822102"/>
                <a:gd name="connsiteY26" fmla="*/ 2316107 h 6685267"/>
                <a:gd name="connsiteX27" fmla="*/ 268991 w 5822102"/>
                <a:gd name="connsiteY27" fmla="*/ 2352355 h 6685267"/>
                <a:gd name="connsiteX28" fmla="*/ 237849 w 5822102"/>
                <a:gd name="connsiteY28" fmla="*/ 2425432 h 6685267"/>
                <a:gd name="connsiteX29" fmla="*/ 208670 w 5822102"/>
                <a:gd name="connsiteY29" fmla="*/ 2499319 h 6685267"/>
                <a:gd name="connsiteX30" fmla="*/ 113775 w 5822102"/>
                <a:gd name="connsiteY30" fmla="*/ 2801929 h 6685267"/>
                <a:gd name="connsiteX31" fmla="*/ 36781 w 5822102"/>
                <a:gd name="connsiteY31" fmla="*/ 3428922 h 6685267"/>
                <a:gd name="connsiteX32" fmla="*/ 69148 w 5822102"/>
                <a:gd name="connsiteY32" fmla="*/ 3741955 h 6685267"/>
                <a:gd name="connsiteX33" fmla="*/ 167966 w 5822102"/>
                <a:gd name="connsiteY33" fmla="*/ 4041323 h 6685267"/>
                <a:gd name="connsiteX34" fmla="*/ 202049 w 5822102"/>
                <a:gd name="connsiteY34" fmla="*/ 4112894 h 6685267"/>
                <a:gd name="connsiteX35" fmla="*/ 239933 w 5822102"/>
                <a:gd name="connsiteY35" fmla="*/ 4182843 h 6685267"/>
                <a:gd name="connsiteX36" fmla="*/ 323916 w 5822102"/>
                <a:gd name="connsiteY36" fmla="*/ 4318456 h 6685267"/>
                <a:gd name="connsiteX37" fmla="*/ 416604 w 5822102"/>
                <a:gd name="connsiteY37" fmla="*/ 4449436 h 6685267"/>
                <a:gd name="connsiteX38" fmla="*/ 515911 w 5822102"/>
                <a:gd name="connsiteY38" fmla="*/ 4576711 h 6685267"/>
                <a:gd name="connsiteX39" fmla="*/ 722619 w 5822102"/>
                <a:gd name="connsiteY39" fmla="*/ 4828482 h 6685267"/>
                <a:gd name="connsiteX40" fmla="*/ 825972 w 5822102"/>
                <a:gd name="connsiteY40" fmla="*/ 4956104 h 6685267"/>
                <a:gd name="connsiteX41" fmla="*/ 926506 w 5822102"/>
                <a:gd name="connsiteY41" fmla="*/ 5085347 h 6685267"/>
                <a:gd name="connsiteX42" fmla="*/ 1027040 w 5822102"/>
                <a:gd name="connsiteY42" fmla="*/ 5210191 h 6685267"/>
                <a:gd name="connsiteX43" fmla="*/ 1132110 w 5822102"/>
                <a:gd name="connsiteY43" fmla="*/ 5330748 h 6685267"/>
                <a:gd name="connsiteX44" fmla="*/ 1354880 w 5822102"/>
                <a:gd name="connsiteY44" fmla="*/ 5558083 h 6685267"/>
                <a:gd name="connsiteX45" fmla="*/ 1855220 w 5822102"/>
                <a:gd name="connsiteY45" fmla="*/ 5937591 h 6685267"/>
                <a:gd name="connsiteX46" fmla="*/ 2131810 w 5822102"/>
                <a:gd name="connsiteY46" fmla="*/ 6080268 h 6685267"/>
                <a:gd name="connsiteX47" fmla="*/ 2423726 w 5822102"/>
                <a:gd name="connsiteY47" fmla="*/ 6188087 h 6685267"/>
                <a:gd name="connsiteX48" fmla="*/ 2727780 w 5822102"/>
                <a:gd name="connsiteY48" fmla="*/ 6262552 h 6685267"/>
                <a:gd name="connsiteX49" fmla="*/ 3041276 w 5822102"/>
                <a:gd name="connsiteY49" fmla="*/ 6304245 h 6685267"/>
                <a:gd name="connsiteX50" fmla="*/ 3360532 w 5822102"/>
                <a:gd name="connsiteY50" fmla="*/ 6317331 h 6685267"/>
                <a:gd name="connsiteX51" fmla="*/ 3439855 w 5822102"/>
                <a:gd name="connsiteY51" fmla="*/ 6316751 h 6685267"/>
                <a:gd name="connsiteX52" fmla="*/ 3478721 w 5822102"/>
                <a:gd name="connsiteY52" fmla="*/ 6315826 h 6685267"/>
                <a:gd name="connsiteX53" fmla="*/ 3517463 w 5822102"/>
                <a:gd name="connsiteY53" fmla="*/ 6313971 h 6685267"/>
                <a:gd name="connsiteX54" fmla="*/ 3671452 w 5822102"/>
                <a:gd name="connsiteY54" fmla="*/ 6301233 h 6685267"/>
                <a:gd name="connsiteX55" fmla="*/ 4265460 w 5822102"/>
                <a:gd name="connsiteY55" fmla="*/ 6149638 h 6685267"/>
                <a:gd name="connsiteX56" fmla="*/ 4546587 w 5822102"/>
                <a:gd name="connsiteY56" fmla="*/ 6018079 h 6685267"/>
                <a:gd name="connsiteX57" fmla="*/ 4818030 w 5822102"/>
                <a:gd name="connsiteY57" fmla="*/ 5858029 h 6685267"/>
                <a:gd name="connsiteX58" fmla="*/ 5081870 w 5822102"/>
                <a:gd name="connsiteY58" fmla="*/ 5676903 h 6685267"/>
                <a:gd name="connsiteX59" fmla="*/ 5212073 w 5822102"/>
                <a:gd name="connsiteY59" fmla="*/ 5581013 h 6685267"/>
                <a:gd name="connsiteX60" fmla="*/ 5343625 w 5822102"/>
                <a:gd name="connsiteY60" fmla="*/ 5481533 h 6685267"/>
                <a:gd name="connsiteX61" fmla="*/ 5610378 w 5822102"/>
                <a:gd name="connsiteY61" fmla="*/ 5284425 h 6685267"/>
                <a:gd name="connsiteX62" fmla="*/ 5822102 w 5822102"/>
                <a:gd name="connsiteY62" fmla="*/ 5126414 h 6685267"/>
                <a:gd name="connsiteX63" fmla="*/ 5822102 w 5822102"/>
                <a:gd name="connsiteY63" fmla="*/ 5556641 h 6685267"/>
                <a:gd name="connsiteX64" fmla="*/ 5576325 w 5822102"/>
                <a:gd name="connsiteY64" fmla="*/ 5749979 h 6685267"/>
                <a:gd name="connsiteX65" fmla="*/ 5447715 w 5822102"/>
                <a:gd name="connsiteY65" fmla="*/ 5852818 h 6685267"/>
                <a:gd name="connsiteX66" fmla="*/ 5315059 w 5822102"/>
                <a:gd name="connsiteY66" fmla="*/ 5956236 h 6685267"/>
                <a:gd name="connsiteX67" fmla="*/ 5038468 w 5822102"/>
                <a:gd name="connsiteY67" fmla="*/ 6155776 h 6685267"/>
                <a:gd name="connsiteX68" fmla="*/ 4741892 w 5822102"/>
                <a:gd name="connsiteY68" fmla="*/ 6338292 h 6685267"/>
                <a:gd name="connsiteX69" fmla="*/ 4420920 w 5822102"/>
                <a:gd name="connsiteY69" fmla="*/ 6492203 h 6685267"/>
                <a:gd name="connsiteX70" fmla="*/ 3717672 w 5822102"/>
                <a:gd name="connsiteY70" fmla="*/ 6670434 h 6685267"/>
                <a:gd name="connsiteX71" fmla="*/ 3535853 w 5822102"/>
                <a:gd name="connsiteY71" fmla="*/ 6683289 h 6685267"/>
                <a:gd name="connsiteX72" fmla="*/ 3490367 w 5822102"/>
                <a:gd name="connsiteY72" fmla="*/ 6684910 h 6685267"/>
                <a:gd name="connsiteX73" fmla="*/ 3445005 w 5822102"/>
                <a:gd name="connsiteY73" fmla="*/ 6685142 h 6685267"/>
                <a:gd name="connsiteX74" fmla="*/ 3355872 w 5822102"/>
                <a:gd name="connsiteY74" fmla="*/ 6684100 h 6685267"/>
                <a:gd name="connsiteX75" fmla="*/ 3179203 w 5822102"/>
                <a:gd name="connsiteY75" fmla="*/ 6677150 h 6685267"/>
                <a:gd name="connsiteX76" fmla="*/ 3002410 w 5822102"/>
                <a:gd name="connsiteY76" fmla="*/ 6661169 h 6685267"/>
                <a:gd name="connsiteX77" fmla="*/ 2650296 w 5822102"/>
                <a:gd name="connsiteY77" fmla="*/ 6604191 h 6685267"/>
                <a:gd name="connsiteX78" fmla="*/ 2306028 w 5822102"/>
                <a:gd name="connsiteY78" fmla="*/ 6505869 h 6685267"/>
                <a:gd name="connsiteX79" fmla="*/ 1978803 w 5822102"/>
                <a:gd name="connsiteY79" fmla="*/ 6363307 h 6685267"/>
                <a:gd name="connsiteX80" fmla="*/ 1678428 w 5822102"/>
                <a:gd name="connsiteY80" fmla="*/ 6177779 h 6685267"/>
                <a:gd name="connsiteX81" fmla="*/ 1175880 w 5822102"/>
                <a:gd name="connsiteY81" fmla="*/ 5710373 h 6685267"/>
                <a:gd name="connsiteX82" fmla="*/ 971502 w 5822102"/>
                <a:gd name="connsiteY82" fmla="*/ 5445399 h 6685267"/>
                <a:gd name="connsiteX83" fmla="*/ 790909 w 5822102"/>
                <a:gd name="connsiteY83" fmla="*/ 5169078 h 6685267"/>
                <a:gd name="connsiteX84" fmla="*/ 706680 w 5822102"/>
                <a:gd name="connsiteY84" fmla="*/ 5031959 h 6685267"/>
                <a:gd name="connsiteX85" fmla="*/ 619143 w 5822102"/>
                <a:gd name="connsiteY85" fmla="*/ 4897157 h 6685267"/>
                <a:gd name="connsiteX86" fmla="*/ 436465 w 5822102"/>
                <a:gd name="connsiteY86" fmla="*/ 4628710 h 6685267"/>
                <a:gd name="connsiteX87" fmla="*/ 347088 w 5822102"/>
                <a:gd name="connsiteY87" fmla="*/ 4492171 h 6685267"/>
                <a:gd name="connsiteX88" fmla="*/ 262001 w 5822102"/>
                <a:gd name="connsiteY88" fmla="*/ 4352619 h 6685267"/>
                <a:gd name="connsiteX89" fmla="*/ 118679 w 5822102"/>
                <a:gd name="connsiteY89" fmla="*/ 4059853 h 6685267"/>
                <a:gd name="connsiteX90" fmla="*/ 28322 w 5822102"/>
                <a:gd name="connsiteY90" fmla="*/ 3749136 h 6685267"/>
                <a:gd name="connsiteX91" fmla="*/ 0 w 5822102"/>
                <a:gd name="connsiteY91" fmla="*/ 3428922 h 6685267"/>
                <a:gd name="connsiteX92" fmla="*/ 253052 w 5822102"/>
                <a:gd name="connsiteY92" fmla="*/ 2174356 h 6685267"/>
                <a:gd name="connsiteX93" fmla="*/ 389141 w 5822102"/>
                <a:gd name="connsiteY93" fmla="*/ 1877652 h 6685267"/>
                <a:gd name="connsiteX94" fmla="*/ 552079 w 5822102"/>
                <a:gd name="connsiteY94" fmla="*/ 1591834 h 6685267"/>
                <a:gd name="connsiteX95" fmla="*/ 954950 w 5822102"/>
                <a:gd name="connsiteY95" fmla="*/ 1061773 h 6685267"/>
                <a:gd name="connsiteX96" fmla="*/ 1192922 w 5822102"/>
                <a:gd name="connsiteY96" fmla="*/ 822626 h 6685267"/>
                <a:gd name="connsiteX97" fmla="*/ 1255939 w 5822102"/>
                <a:gd name="connsiteY97" fmla="*/ 765880 h 6685267"/>
                <a:gd name="connsiteX98" fmla="*/ 1320183 w 5822102"/>
                <a:gd name="connsiteY98" fmla="*/ 710291 h 6685267"/>
                <a:gd name="connsiteX99" fmla="*/ 1452961 w 5822102"/>
                <a:gd name="connsiteY99" fmla="*/ 603514 h 6685267"/>
                <a:gd name="connsiteX100" fmla="*/ 2033360 w 5822102"/>
                <a:gd name="connsiteY100" fmla="*/ 235818 h 6685267"/>
                <a:gd name="connsiteX101" fmla="*/ 2512513 w 5822102"/>
                <a:gd name="connsiteY101" fmla="*/ 30012 h 6685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822102" h="6685267">
                  <a:moveTo>
                    <a:pt x="2605444" y="0"/>
                  </a:moveTo>
                  <a:lnTo>
                    <a:pt x="4757391" y="0"/>
                  </a:lnTo>
                  <a:lnTo>
                    <a:pt x="4913680" y="56274"/>
                  </a:lnTo>
                  <a:cubicBezTo>
                    <a:pt x="5074659" y="119278"/>
                    <a:pt x="5229483" y="195083"/>
                    <a:pt x="5376238" y="282027"/>
                  </a:cubicBezTo>
                  <a:cubicBezTo>
                    <a:pt x="5474014" y="340105"/>
                    <a:pt x="5568080" y="403280"/>
                    <a:pt x="5658024" y="471014"/>
                  </a:cubicBezTo>
                  <a:lnTo>
                    <a:pt x="5822102" y="609109"/>
                  </a:lnTo>
                  <a:lnTo>
                    <a:pt x="5822102" y="760697"/>
                  </a:lnTo>
                  <a:lnTo>
                    <a:pt x="5707785" y="666601"/>
                  </a:lnTo>
                  <a:cubicBezTo>
                    <a:pt x="5665273" y="633682"/>
                    <a:pt x="5621749" y="602008"/>
                    <a:pt x="5577306" y="571666"/>
                  </a:cubicBezTo>
                  <a:cubicBezTo>
                    <a:pt x="5487929" y="511562"/>
                    <a:pt x="5395118" y="456089"/>
                    <a:pt x="5298630" y="407449"/>
                  </a:cubicBezTo>
                  <a:cubicBezTo>
                    <a:pt x="5106266" y="309010"/>
                    <a:pt x="4901153" y="235355"/>
                    <a:pt x="4690768" y="184979"/>
                  </a:cubicBezTo>
                  <a:cubicBezTo>
                    <a:pt x="4480382" y="134486"/>
                    <a:pt x="4264724" y="106807"/>
                    <a:pt x="4048577" y="99280"/>
                  </a:cubicBezTo>
                  <a:cubicBezTo>
                    <a:pt x="3832182" y="90709"/>
                    <a:pt x="3617997" y="102290"/>
                    <a:pt x="3405404" y="131937"/>
                  </a:cubicBezTo>
                  <a:cubicBezTo>
                    <a:pt x="3299353" y="147340"/>
                    <a:pt x="3193915" y="166449"/>
                    <a:pt x="3089702" y="190190"/>
                  </a:cubicBezTo>
                  <a:cubicBezTo>
                    <a:pt x="2985491" y="214278"/>
                    <a:pt x="2882137" y="241725"/>
                    <a:pt x="2780132" y="273457"/>
                  </a:cubicBezTo>
                  <a:cubicBezTo>
                    <a:pt x="2678126" y="305073"/>
                    <a:pt x="2577348" y="340510"/>
                    <a:pt x="2478040" y="379654"/>
                  </a:cubicBezTo>
                  <a:cubicBezTo>
                    <a:pt x="2378854" y="418914"/>
                    <a:pt x="2281017" y="461763"/>
                    <a:pt x="2184897" y="507972"/>
                  </a:cubicBezTo>
                  <a:cubicBezTo>
                    <a:pt x="1992657" y="600271"/>
                    <a:pt x="1806791" y="705542"/>
                    <a:pt x="1629141" y="823205"/>
                  </a:cubicBezTo>
                  <a:cubicBezTo>
                    <a:pt x="1584882" y="852736"/>
                    <a:pt x="1540745" y="882731"/>
                    <a:pt x="1497711" y="914000"/>
                  </a:cubicBezTo>
                  <a:cubicBezTo>
                    <a:pt x="1475888" y="929286"/>
                    <a:pt x="1454555" y="945153"/>
                    <a:pt x="1433099" y="960903"/>
                  </a:cubicBezTo>
                  <a:cubicBezTo>
                    <a:pt x="1411521" y="976537"/>
                    <a:pt x="1390311" y="992634"/>
                    <a:pt x="1369346" y="1008963"/>
                  </a:cubicBezTo>
                  <a:cubicBezTo>
                    <a:pt x="1285119" y="1074165"/>
                    <a:pt x="1202730" y="1141797"/>
                    <a:pt x="1123406" y="1212905"/>
                  </a:cubicBezTo>
                  <a:cubicBezTo>
                    <a:pt x="964391" y="1354656"/>
                    <a:pt x="816900" y="1509261"/>
                    <a:pt x="684367" y="1675564"/>
                  </a:cubicBezTo>
                  <a:cubicBezTo>
                    <a:pt x="618161" y="1758716"/>
                    <a:pt x="555512" y="1844763"/>
                    <a:pt x="497153" y="1933588"/>
                  </a:cubicBezTo>
                  <a:cubicBezTo>
                    <a:pt x="439775" y="2022877"/>
                    <a:pt x="385584" y="2114367"/>
                    <a:pt x="337770" y="2208983"/>
                  </a:cubicBezTo>
                  <a:cubicBezTo>
                    <a:pt x="325388" y="2232493"/>
                    <a:pt x="313862" y="2256349"/>
                    <a:pt x="302461" y="2280207"/>
                  </a:cubicBezTo>
                  <a:lnTo>
                    <a:pt x="285296" y="2316107"/>
                  </a:lnTo>
                  <a:lnTo>
                    <a:pt x="268991" y="2352355"/>
                  </a:lnTo>
                  <a:cubicBezTo>
                    <a:pt x="258324" y="2376560"/>
                    <a:pt x="247535" y="2400764"/>
                    <a:pt x="237849" y="2425432"/>
                  </a:cubicBezTo>
                  <a:cubicBezTo>
                    <a:pt x="228163" y="2450099"/>
                    <a:pt x="217498" y="2474419"/>
                    <a:pt x="208670" y="2499319"/>
                  </a:cubicBezTo>
                  <a:cubicBezTo>
                    <a:pt x="170909" y="2598219"/>
                    <a:pt x="138908" y="2699206"/>
                    <a:pt x="113775" y="2801929"/>
                  </a:cubicBezTo>
                  <a:cubicBezTo>
                    <a:pt x="62773" y="3006911"/>
                    <a:pt x="36659" y="3217917"/>
                    <a:pt x="36781" y="3428922"/>
                  </a:cubicBezTo>
                  <a:cubicBezTo>
                    <a:pt x="37394" y="3534078"/>
                    <a:pt x="47816" y="3639001"/>
                    <a:pt x="69148" y="3741955"/>
                  </a:cubicBezTo>
                  <a:cubicBezTo>
                    <a:pt x="91585" y="3844679"/>
                    <a:pt x="124074" y="3945202"/>
                    <a:pt x="167966" y="4041323"/>
                  </a:cubicBezTo>
                  <a:cubicBezTo>
                    <a:pt x="178387" y="4065528"/>
                    <a:pt x="190525" y="4089153"/>
                    <a:pt x="202049" y="4112894"/>
                  </a:cubicBezTo>
                  <a:cubicBezTo>
                    <a:pt x="214555" y="4136288"/>
                    <a:pt x="226447" y="4159912"/>
                    <a:pt x="239933" y="4182843"/>
                  </a:cubicBezTo>
                  <a:cubicBezTo>
                    <a:pt x="265680" y="4229167"/>
                    <a:pt x="294368" y="4274101"/>
                    <a:pt x="323916" y="4318456"/>
                  </a:cubicBezTo>
                  <a:cubicBezTo>
                    <a:pt x="353341" y="4362927"/>
                    <a:pt x="384849" y="4406240"/>
                    <a:pt x="416604" y="4449436"/>
                  </a:cubicBezTo>
                  <a:cubicBezTo>
                    <a:pt x="448847" y="4492286"/>
                    <a:pt x="482319" y="4534557"/>
                    <a:pt x="515911" y="4576711"/>
                  </a:cubicBezTo>
                  <a:cubicBezTo>
                    <a:pt x="583219" y="4661137"/>
                    <a:pt x="653594" y="4743825"/>
                    <a:pt x="722619" y="4828482"/>
                  </a:cubicBezTo>
                  <a:cubicBezTo>
                    <a:pt x="757315" y="4870637"/>
                    <a:pt x="791889" y="4913138"/>
                    <a:pt x="825972" y="4956104"/>
                  </a:cubicBezTo>
                  <a:cubicBezTo>
                    <a:pt x="859934" y="4998722"/>
                    <a:pt x="893649" y="5044004"/>
                    <a:pt x="926506" y="5085347"/>
                  </a:cubicBezTo>
                  <a:cubicBezTo>
                    <a:pt x="959119" y="5127734"/>
                    <a:pt x="993324" y="5168847"/>
                    <a:pt x="1027040" y="5210191"/>
                  </a:cubicBezTo>
                  <a:cubicBezTo>
                    <a:pt x="1061737" y="5250840"/>
                    <a:pt x="1096188" y="5291488"/>
                    <a:pt x="1132110" y="5330748"/>
                  </a:cubicBezTo>
                  <a:cubicBezTo>
                    <a:pt x="1203465" y="5409731"/>
                    <a:pt x="1277639" y="5485818"/>
                    <a:pt x="1354880" y="5558083"/>
                  </a:cubicBezTo>
                  <a:cubicBezTo>
                    <a:pt x="1509603" y="5702266"/>
                    <a:pt x="1676588" y="5830930"/>
                    <a:pt x="1855220" y="5937591"/>
                  </a:cubicBezTo>
                  <a:cubicBezTo>
                    <a:pt x="1944720" y="5990632"/>
                    <a:pt x="2036549" y="6039272"/>
                    <a:pt x="2131810" y="6080268"/>
                  </a:cubicBezTo>
                  <a:cubicBezTo>
                    <a:pt x="2226460" y="6122423"/>
                    <a:pt x="2324173" y="6157977"/>
                    <a:pt x="2423726" y="6188087"/>
                  </a:cubicBezTo>
                  <a:cubicBezTo>
                    <a:pt x="2523280" y="6218313"/>
                    <a:pt x="2624794" y="6242749"/>
                    <a:pt x="2727780" y="6262552"/>
                  </a:cubicBezTo>
                  <a:cubicBezTo>
                    <a:pt x="2830890" y="6282008"/>
                    <a:pt x="2935714" y="6295326"/>
                    <a:pt x="3041276" y="6304245"/>
                  </a:cubicBezTo>
                  <a:cubicBezTo>
                    <a:pt x="3146836" y="6313277"/>
                    <a:pt x="3253499" y="6317215"/>
                    <a:pt x="3360532" y="6317331"/>
                  </a:cubicBezTo>
                  <a:cubicBezTo>
                    <a:pt x="3387259" y="6317331"/>
                    <a:pt x="3414354" y="6317794"/>
                    <a:pt x="3439855" y="6316751"/>
                  </a:cubicBezTo>
                  <a:lnTo>
                    <a:pt x="3478721" y="6315826"/>
                  </a:lnTo>
                  <a:lnTo>
                    <a:pt x="3517463" y="6313971"/>
                  </a:lnTo>
                  <a:cubicBezTo>
                    <a:pt x="3569078" y="6311772"/>
                    <a:pt x="3620449" y="6306907"/>
                    <a:pt x="3671452" y="6301233"/>
                  </a:cubicBezTo>
                  <a:cubicBezTo>
                    <a:pt x="3875707" y="6277608"/>
                    <a:pt x="4074445" y="6225841"/>
                    <a:pt x="4265460" y="6149638"/>
                  </a:cubicBezTo>
                  <a:cubicBezTo>
                    <a:pt x="4361212" y="6111884"/>
                    <a:pt x="4454636" y="6067065"/>
                    <a:pt x="4546587" y="6018079"/>
                  </a:cubicBezTo>
                  <a:cubicBezTo>
                    <a:pt x="4638662" y="5969322"/>
                    <a:pt x="4729020" y="5915240"/>
                    <a:pt x="4818030" y="5858029"/>
                  </a:cubicBezTo>
                  <a:cubicBezTo>
                    <a:pt x="4907038" y="5800703"/>
                    <a:pt x="4994577" y="5739672"/>
                    <a:pt x="5081870" y="5676903"/>
                  </a:cubicBezTo>
                  <a:cubicBezTo>
                    <a:pt x="5125392" y="5645519"/>
                    <a:pt x="5168794" y="5613324"/>
                    <a:pt x="5212073" y="5581013"/>
                  </a:cubicBezTo>
                  <a:lnTo>
                    <a:pt x="5343625" y="5481533"/>
                  </a:lnTo>
                  <a:cubicBezTo>
                    <a:pt x="5432696" y="5414768"/>
                    <a:pt x="5521951" y="5349452"/>
                    <a:pt x="5610378" y="5284425"/>
                  </a:cubicBezTo>
                  <a:lnTo>
                    <a:pt x="5822102" y="5126414"/>
                  </a:lnTo>
                  <a:lnTo>
                    <a:pt x="5822102" y="5556641"/>
                  </a:lnTo>
                  <a:lnTo>
                    <a:pt x="5576325" y="5749979"/>
                  </a:lnTo>
                  <a:lnTo>
                    <a:pt x="5447715" y="5852818"/>
                  </a:lnTo>
                  <a:cubicBezTo>
                    <a:pt x="5403945" y="5887445"/>
                    <a:pt x="5359932" y="5922073"/>
                    <a:pt x="5315059" y="5956236"/>
                  </a:cubicBezTo>
                  <a:cubicBezTo>
                    <a:pt x="5225682" y="6024680"/>
                    <a:pt x="5133976" y="6091734"/>
                    <a:pt x="5038468" y="6155776"/>
                  </a:cubicBezTo>
                  <a:cubicBezTo>
                    <a:pt x="4943084" y="6219703"/>
                    <a:pt x="4845002" y="6281777"/>
                    <a:pt x="4741892" y="6338292"/>
                  </a:cubicBezTo>
                  <a:cubicBezTo>
                    <a:pt x="4638784" y="6394692"/>
                    <a:pt x="4532120" y="6447038"/>
                    <a:pt x="4420920" y="6492203"/>
                  </a:cubicBezTo>
                  <a:cubicBezTo>
                    <a:pt x="4199255" y="6583693"/>
                    <a:pt x="3959813" y="6644840"/>
                    <a:pt x="3717672" y="6670434"/>
                  </a:cubicBezTo>
                  <a:cubicBezTo>
                    <a:pt x="3657106" y="6676456"/>
                    <a:pt x="3596419" y="6681321"/>
                    <a:pt x="3535853" y="6683289"/>
                  </a:cubicBezTo>
                  <a:lnTo>
                    <a:pt x="3490367" y="6684910"/>
                  </a:lnTo>
                  <a:lnTo>
                    <a:pt x="3445005" y="6685142"/>
                  </a:lnTo>
                  <a:cubicBezTo>
                    <a:pt x="3414354" y="6685605"/>
                    <a:pt x="3385297" y="6684679"/>
                    <a:pt x="3355872" y="6684100"/>
                  </a:cubicBezTo>
                  <a:cubicBezTo>
                    <a:pt x="3297146" y="6683405"/>
                    <a:pt x="3238052" y="6680047"/>
                    <a:pt x="3179203" y="6677150"/>
                  </a:cubicBezTo>
                  <a:cubicBezTo>
                    <a:pt x="3120232" y="6672519"/>
                    <a:pt x="3061259" y="6668233"/>
                    <a:pt x="3002410" y="6661169"/>
                  </a:cubicBezTo>
                  <a:cubicBezTo>
                    <a:pt x="2884589" y="6647851"/>
                    <a:pt x="2766891" y="6629669"/>
                    <a:pt x="2650296" y="6604191"/>
                  </a:cubicBezTo>
                  <a:cubicBezTo>
                    <a:pt x="2533702" y="6578713"/>
                    <a:pt x="2418456" y="6545938"/>
                    <a:pt x="2306028" y="6505869"/>
                  </a:cubicBezTo>
                  <a:cubicBezTo>
                    <a:pt x="2193602" y="6465683"/>
                    <a:pt x="2084118" y="6417738"/>
                    <a:pt x="1978803" y="6363307"/>
                  </a:cubicBezTo>
                  <a:cubicBezTo>
                    <a:pt x="1873855" y="6308066"/>
                    <a:pt x="1773077" y="6246340"/>
                    <a:pt x="1678428" y="6177779"/>
                  </a:cubicBezTo>
                  <a:cubicBezTo>
                    <a:pt x="1488393" y="6041356"/>
                    <a:pt x="1321900" y="5881423"/>
                    <a:pt x="1175880" y="5710373"/>
                  </a:cubicBezTo>
                  <a:cubicBezTo>
                    <a:pt x="1103177" y="5624441"/>
                    <a:pt x="1035501" y="5535732"/>
                    <a:pt x="971502" y="5445399"/>
                  </a:cubicBezTo>
                  <a:cubicBezTo>
                    <a:pt x="907380" y="5355069"/>
                    <a:pt x="847550" y="5262768"/>
                    <a:pt x="790909" y="5169078"/>
                  </a:cubicBezTo>
                  <a:cubicBezTo>
                    <a:pt x="761974" y="5121712"/>
                    <a:pt x="735492" y="5077357"/>
                    <a:pt x="706680" y="5031959"/>
                  </a:cubicBezTo>
                  <a:cubicBezTo>
                    <a:pt x="678114" y="4986910"/>
                    <a:pt x="649058" y="4941860"/>
                    <a:pt x="619143" y="4897157"/>
                  </a:cubicBezTo>
                  <a:lnTo>
                    <a:pt x="436465" y="4628710"/>
                  </a:lnTo>
                  <a:cubicBezTo>
                    <a:pt x="406182" y="4583544"/>
                    <a:pt x="376267" y="4538147"/>
                    <a:pt x="347088" y="4492171"/>
                  </a:cubicBezTo>
                  <a:cubicBezTo>
                    <a:pt x="317908" y="4446194"/>
                    <a:pt x="288974" y="4400102"/>
                    <a:pt x="262001" y="4352619"/>
                  </a:cubicBezTo>
                  <a:cubicBezTo>
                    <a:pt x="207934" y="4258119"/>
                    <a:pt x="158280" y="4160840"/>
                    <a:pt x="118679" y="4059853"/>
                  </a:cubicBezTo>
                  <a:cubicBezTo>
                    <a:pt x="78343" y="3959214"/>
                    <a:pt x="48429" y="3854870"/>
                    <a:pt x="28322" y="3749136"/>
                  </a:cubicBezTo>
                  <a:cubicBezTo>
                    <a:pt x="9073" y="3643402"/>
                    <a:pt x="0" y="3536046"/>
                    <a:pt x="0" y="3428922"/>
                  </a:cubicBezTo>
                  <a:cubicBezTo>
                    <a:pt x="1594" y="3001816"/>
                    <a:pt x="89010" y="2575868"/>
                    <a:pt x="253052" y="2174356"/>
                  </a:cubicBezTo>
                  <a:cubicBezTo>
                    <a:pt x="294246" y="2074066"/>
                    <a:pt x="338873" y="1974700"/>
                    <a:pt x="389141" y="1877652"/>
                  </a:cubicBezTo>
                  <a:cubicBezTo>
                    <a:pt x="438672" y="1780256"/>
                    <a:pt x="493230" y="1684945"/>
                    <a:pt x="552079" y="1591834"/>
                  </a:cubicBezTo>
                  <a:cubicBezTo>
                    <a:pt x="669900" y="1405728"/>
                    <a:pt x="804394" y="1227729"/>
                    <a:pt x="954950" y="1061773"/>
                  </a:cubicBezTo>
                  <a:cubicBezTo>
                    <a:pt x="1030597" y="979085"/>
                    <a:pt x="1109552" y="898829"/>
                    <a:pt x="1192922" y="822626"/>
                  </a:cubicBezTo>
                  <a:cubicBezTo>
                    <a:pt x="1213642" y="803402"/>
                    <a:pt x="1234483" y="784409"/>
                    <a:pt x="1255939" y="765880"/>
                  </a:cubicBezTo>
                  <a:cubicBezTo>
                    <a:pt x="1277273" y="747234"/>
                    <a:pt x="1298237" y="728241"/>
                    <a:pt x="1320183" y="710291"/>
                  </a:cubicBezTo>
                  <a:cubicBezTo>
                    <a:pt x="1363585" y="673811"/>
                    <a:pt x="1408088" y="638489"/>
                    <a:pt x="1452961" y="603514"/>
                  </a:cubicBezTo>
                  <a:cubicBezTo>
                    <a:pt x="1633310" y="464543"/>
                    <a:pt x="1828125" y="341437"/>
                    <a:pt x="2033360" y="235818"/>
                  </a:cubicBezTo>
                  <a:cubicBezTo>
                    <a:pt x="2187242" y="156561"/>
                    <a:pt x="2347554" y="87597"/>
                    <a:pt x="2512513" y="3001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Freeform: Shape 63">
              <a:extLst>
                <a:ext uri="{FF2B5EF4-FFF2-40B4-BE49-F238E27FC236}">
                  <a16:creationId xmlns:a16="http://schemas.microsoft.com/office/drawing/2014/main" id="{15102EBE-A80F-4CFF-B1DD-941EF9728B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04998" y="98659"/>
              <a:ext cx="5774333" cy="6315453"/>
            </a:xfrm>
            <a:custGeom>
              <a:avLst/>
              <a:gdLst>
                <a:gd name="connsiteX0" fmla="*/ 3707237 w 5774333"/>
                <a:gd name="connsiteY0" fmla="*/ 1489 h 6315453"/>
                <a:gd name="connsiteX1" fmla="*/ 4037665 w 5774333"/>
                <a:gd name="connsiteY1" fmla="*/ 6121 h 6315453"/>
                <a:gd name="connsiteX2" fmla="*/ 4692239 w 5774333"/>
                <a:gd name="connsiteY2" fmla="*/ 102128 h 6315453"/>
                <a:gd name="connsiteX3" fmla="*/ 5315059 w 5774333"/>
                <a:gd name="connsiteY3" fmla="*/ 324945 h 6315453"/>
                <a:gd name="connsiteX4" fmla="*/ 5738325 w 5774333"/>
                <a:gd name="connsiteY4" fmla="*/ 578286 h 6315453"/>
                <a:gd name="connsiteX5" fmla="*/ 5774333 w 5774333"/>
                <a:gd name="connsiteY5" fmla="*/ 606551 h 6315453"/>
                <a:gd name="connsiteX6" fmla="*/ 5774333 w 5774333"/>
                <a:gd name="connsiteY6" fmla="*/ 975490 h 6315453"/>
                <a:gd name="connsiteX7" fmla="*/ 5676001 w 5774333"/>
                <a:gd name="connsiteY7" fmla="*/ 889749 h 6315453"/>
                <a:gd name="connsiteX8" fmla="*/ 5177132 w 5774333"/>
                <a:gd name="connsiteY8" fmla="*/ 581926 h 6315453"/>
                <a:gd name="connsiteX9" fmla="*/ 4615735 w 5774333"/>
                <a:gd name="connsiteY9" fmla="*/ 388640 h 6315453"/>
                <a:gd name="connsiteX10" fmla="*/ 4020010 w 5774333"/>
                <a:gd name="connsiteY10" fmla="*/ 308500 h 6315453"/>
                <a:gd name="connsiteX11" fmla="*/ 3416315 w 5774333"/>
                <a:gd name="connsiteY11" fmla="*/ 328882 h 6315453"/>
                <a:gd name="connsiteX12" fmla="*/ 2823779 w 5774333"/>
                <a:gd name="connsiteY12" fmla="*/ 446545 h 6315453"/>
                <a:gd name="connsiteX13" fmla="*/ 2256987 w 5774333"/>
                <a:gd name="connsiteY13" fmla="*/ 651296 h 6315453"/>
                <a:gd name="connsiteX14" fmla="*/ 1244169 w 5774333"/>
                <a:gd name="connsiteY14" fmla="*/ 1280374 h 6315453"/>
                <a:gd name="connsiteX15" fmla="*/ 830141 w 5774333"/>
                <a:gd name="connsiteY15" fmla="*/ 1700184 h 6315453"/>
                <a:gd name="connsiteX16" fmla="*/ 502792 w 5774333"/>
                <a:gd name="connsiteY16" fmla="*/ 2182300 h 6315453"/>
                <a:gd name="connsiteX17" fmla="*/ 280637 w 5774333"/>
                <a:gd name="connsiteY17" fmla="*/ 2715256 h 6315453"/>
                <a:gd name="connsiteX18" fmla="*/ 199843 w 5774333"/>
                <a:gd name="connsiteY18" fmla="*/ 3283418 h 6315453"/>
                <a:gd name="connsiteX19" fmla="*/ 233926 w 5774333"/>
                <a:gd name="connsiteY19" fmla="*/ 3561593 h 6315453"/>
                <a:gd name="connsiteX20" fmla="*/ 334582 w 5774333"/>
                <a:gd name="connsiteY20" fmla="*/ 3821816 h 6315453"/>
                <a:gd name="connsiteX21" fmla="*/ 404834 w 5774333"/>
                <a:gd name="connsiteY21" fmla="*/ 3944343 h 6315453"/>
                <a:gd name="connsiteX22" fmla="*/ 485506 w 5774333"/>
                <a:gd name="connsiteY22" fmla="*/ 4062932 h 6315453"/>
                <a:gd name="connsiteX23" fmla="*/ 671861 w 5774333"/>
                <a:gd name="connsiteY23" fmla="*/ 4292120 h 6315453"/>
                <a:gd name="connsiteX24" fmla="*/ 873542 w 5774333"/>
                <a:gd name="connsiteY24" fmla="*/ 4523044 h 6315453"/>
                <a:gd name="connsiteX25" fmla="*/ 973831 w 5774333"/>
                <a:gd name="connsiteY25" fmla="*/ 4643601 h 6315453"/>
                <a:gd name="connsiteX26" fmla="*/ 1022014 w 5774333"/>
                <a:gd name="connsiteY26" fmla="*/ 4702780 h 6315453"/>
                <a:gd name="connsiteX27" fmla="*/ 1069215 w 5774333"/>
                <a:gd name="connsiteY27" fmla="*/ 4759411 h 6315453"/>
                <a:gd name="connsiteX28" fmla="*/ 1474784 w 5774333"/>
                <a:gd name="connsiteY28" fmla="*/ 5177948 h 6315453"/>
                <a:gd name="connsiteX29" fmla="*/ 1690442 w 5774333"/>
                <a:gd name="connsiteY29" fmla="*/ 5366255 h 6315453"/>
                <a:gd name="connsiteX30" fmla="*/ 1916276 w 5774333"/>
                <a:gd name="connsiteY30" fmla="*/ 5539852 h 6315453"/>
                <a:gd name="connsiteX31" fmla="*/ 2420784 w 5774333"/>
                <a:gd name="connsiteY31" fmla="*/ 5814437 h 6315453"/>
                <a:gd name="connsiteX32" fmla="*/ 2703015 w 5774333"/>
                <a:gd name="connsiteY32" fmla="*/ 5892029 h 6315453"/>
                <a:gd name="connsiteX33" fmla="*/ 2775350 w 5774333"/>
                <a:gd name="connsiteY33" fmla="*/ 5905695 h 6315453"/>
                <a:gd name="connsiteX34" fmla="*/ 2848299 w 5774333"/>
                <a:gd name="connsiteY34" fmla="*/ 5917161 h 6315453"/>
                <a:gd name="connsiteX35" fmla="*/ 2995544 w 5774333"/>
                <a:gd name="connsiteY35" fmla="*/ 5933605 h 6315453"/>
                <a:gd name="connsiteX36" fmla="*/ 3069596 w 5774333"/>
                <a:gd name="connsiteY36" fmla="*/ 5938933 h 6315453"/>
                <a:gd name="connsiteX37" fmla="*/ 3143894 w 5774333"/>
                <a:gd name="connsiteY37" fmla="*/ 5942639 h 6315453"/>
                <a:gd name="connsiteX38" fmla="*/ 3218436 w 5774333"/>
                <a:gd name="connsiteY38" fmla="*/ 5944260 h 6315453"/>
                <a:gd name="connsiteX39" fmla="*/ 3293101 w 5774333"/>
                <a:gd name="connsiteY39" fmla="*/ 5943913 h 6315453"/>
                <a:gd name="connsiteX40" fmla="*/ 3330494 w 5774333"/>
                <a:gd name="connsiteY40" fmla="*/ 5943565 h 6315453"/>
                <a:gd name="connsiteX41" fmla="*/ 3366540 w 5774333"/>
                <a:gd name="connsiteY41" fmla="*/ 5942059 h 6315453"/>
                <a:gd name="connsiteX42" fmla="*/ 3402462 w 5774333"/>
                <a:gd name="connsiteY42" fmla="*/ 5940323 h 6315453"/>
                <a:gd name="connsiteX43" fmla="*/ 3438262 w 5774333"/>
                <a:gd name="connsiteY43" fmla="*/ 5937543 h 6315453"/>
                <a:gd name="connsiteX44" fmla="*/ 3580236 w 5774333"/>
                <a:gd name="connsiteY44" fmla="*/ 5920982 h 6315453"/>
                <a:gd name="connsiteX45" fmla="*/ 4121034 w 5774333"/>
                <a:gd name="connsiteY45" fmla="*/ 5753290 h 6315453"/>
                <a:gd name="connsiteX46" fmla="*/ 4620639 w 5774333"/>
                <a:gd name="connsiteY46" fmla="*/ 5459364 h 6315453"/>
                <a:gd name="connsiteX47" fmla="*/ 4741771 w 5774333"/>
                <a:gd name="connsiteY47" fmla="*/ 5372971 h 6315453"/>
                <a:gd name="connsiteX48" fmla="*/ 4862901 w 5774333"/>
                <a:gd name="connsiteY48" fmla="*/ 5283682 h 6315453"/>
                <a:gd name="connsiteX49" fmla="*/ 5108229 w 5774333"/>
                <a:gd name="connsiteY49" fmla="*/ 5098386 h 6315453"/>
                <a:gd name="connsiteX50" fmla="*/ 5612493 w 5774333"/>
                <a:gd name="connsiteY50" fmla="*/ 4739724 h 6315453"/>
                <a:gd name="connsiteX51" fmla="*/ 5774333 w 5774333"/>
                <a:gd name="connsiteY51" fmla="*/ 4623488 h 6315453"/>
                <a:gd name="connsiteX52" fmla="*/ 5774333 w 5774333"/>
                <a:gd name="connsiteY52" fmla="*/ 5232926 h 6315453"/>
                <a:gd name="connsiteX53" fmla="*/ 5676492 w 5774333"/>
                <a:gd name="connsiteY53" fmla="*/ 5306859 h 6315453"/>
                <a:gd name="connsiteX54" fmla="*/ 5426260 w 5774333"/>
                <a:gd name="connsiteY54" fmla="*/ 5486233 h 6315453"/>
                <a:gd name="connsiteX55" fmla="*/ 5300225 w 5774333"/>
                <a:gd name="connsiteY55" fmla="*/ 5576217 h 6315453"/>
                <a:gd name="connsiteX56" fmla="*/ 5170757 w 5774333"/>
                <a:gd name="connsiteY56" fmla="*/ 5666780 h 6315453"/>
                <a:gd name="connsiteX57" fmla="*/ 5038100 w 5774333"/>
                <a:gd name="connsiteY57" fmla="*/ 5756185 h 6315453"/>
                <a:gd name="connsiteX58" fmla="*/ 4901276 w 5774333"/>
                <a:gd name="connsiteY58" fmla="*/ 5843043 h 6315453"/>
                <a:gd name="connsiteX59" fmla="*/ 4614019 w 5774333"/>
                <a:gd name="connsiteY59" fmla="*/ 6006103 h 6315453"/>
                <a:gd name="connsiteX60" fmla="*/ 4305061 w 5774333"/>
                <a:gd name="connsiteY60" fmla="*/ 6144726 h 6315453"/>
                <a:gd name="connsiteX61" fmla="*/ 3632710 w 5774333"/>
                <a:gd name="connsiteY61" fmla="*/ 6304196 h 6315453"/>
                <a:gd name="connsiteX62" fmla="*/ 3459594 w 5774333"/>
                <a:gd name="connsiteY62" fmla="*/ 6314504 h 6315453"/>
                <a:gd name="connsiteX63" fmla="*/ 3416315 w 5774333"/>
                <a:gd name="connsiteY63" fmla="*/ 6315429 h 6315453"/>
                <a:gd name="connsiteX64" fmla="*/ 3373159 w 5774333"/>
                <a:gd name="connsiteY64" fmla="*/ 6315198 h 6315453"/>
                <a:gd name="connsiteX65" fmla="*/ 3330127 w 5774333"/>
                <a:gd name="connsiteY65" fmla="*/ 6314735 h 6315453"/>
                <a:gd name="connsiteX66" fmla="*/ 3288320 w 5774333"/>
                <a:gd name="connsiteY66" fmla="*/ 6313230 h 6315453"/>
                <a:gd name="connsiteX67" fmla="*/ 2954350 w 5774333"/>
                <a:gd name="connsiteY67" fmla="*/ 6288098 h 6315453"/>
                <a:gd name="connsiteX68" fmla="*/ 2622466 w 5774333"/>
                <a:gd name="connsiteY68" fmla="*/ 6232742 h 6315453"/>
                <a:gd name="connsiteX69" fmla="*/ 2296466 w 5774333"/>
                <a:gd name="connsiteY69" fmla="*/ 6146001 h 6315453"/>
                <a:gd name="connsiteX70" fmla="*/ 1672419 w 5774333"/>
                <a:gd name="connsiteY70" fmla="*/ 5885197 h 6315453"/>
                <a:gd name="connsiteX71" fmla="*/ 1146578 w 5774333"/>
                <a:gd name="connsiteY71" fmla="*/ 5479168 h 6315453"/>
                <a:gd name="connsiteX72" fmla="*/ 933372 w 5774333"/>
                <a:gd name="connsiteY72" fmla="*/ 5234810 h 6315453"/>
                <a:gd name="connsiteX73" fmla="*/ 747140 w 5774333"/>
                <a:gd name="connsiteY73" fmla="*/ 4976091 h 6315453"/>
                <a:gd name="connsiteX74" fmla="*/ 703616 w 5774333"/>
                <a:gd name="connsiteY74" fmla="*/ 4910196 h 6315453"/>
                <a:gd name="connsiteX75" fmla="*/ 662053 w 5774333"/>
                <a:gd name="connsiteY75" fmla="*/ 4846269 h 6315453"/>
                <a:gd name="connsiteX76" fmla="*/ 580033 w 5774333"/>
                <a:gd name="connsiteY76" fmla="*/ 4722352 h 6315453"/>
                <a:gd name="connsiteX77" fmla="*/ 410105 w 5774333"/>
                <a:gd name="connsiteY77" fmla="*/ 4469193 h 6315453"/>
                <a:gd name="connsiteX78" fmla="*/ 244224 w 5774333"/>
                <a:gd name="connsiteY78" fmla="*/ 4201556 h 6315453"/>
                <a:gd name="connsiteX79" fmla="*/ 169437 w 5774333"/>
                <a:gd name="connsiteY79" fmla="*/ 4059690 h 6315453"/>
                <a:gd name="connsiteX80" fmla="*/ 105929 w 5774333"/>
                <a:gd name="connsiteY80" fmla="*/ 3911221 h 6315453"/>
                <a:gd name="connsiteX81" fmla="*/ 57256 w 5774333"/>
                <a:gd name="connsiteY81" fmla="*/ 3757195 h 6315453"/>
                <a:gd name="connsiteX82" fmla="*/ 39111 w 5774333"/>
                <a:gd name="connsiteY82" fmla="*/ 3678677 h 6315453"/>
                <a:gd name="connsiteX83" fmla="*/ 31142 w 5774333"/>
                <a:gd name="connsiteY83" fmla="*/ 3639300 h 6315453"/>
                <a:gd name="connsiteX84" fmla="*/ 24521 w 5774333"/>
                <a:gd name="connsiteY84" fmla="*/ 3599809 h 6315453"/>
                <a:gd name="connsiteX85" fmla="*/ 0 w 5774333"/>
                <a:gd name="connsiteY85" fmla="*/ 3283418 h 6315453"/>
                <a:gd name="connsiteX86" fmla="*/ 68045 w 5774333"/>
                <a:gd name="connsiteY86" fmla="*/ 2666963 h 6315453"/>
                <a:gd name="connsiteX87" fmla="*/ 272546 w 5774333"/>
                <a:gd name="connsiteY87" fmla="*/ 2076334 h 6315453"/>
                <a:gd name="connsiteX88" fmla="*/ 1039300 w 5774333"/>
                <a:gd name="connsiteY88" fmla="*/ 1073307 h 6315453"/>
                <a:gd name="connsiteX89" fmla="*/ 1547733 w 5774333"/>
                <a:gd name="connsiteY89" fmla="*/ 680365 h 6315453"/>
                <a:gd name="connsiteX90" fmla="*/ 2115995 w 5774333"/>
                <a:gd name="connsiteY90" fmla="*/ 368373 h 6315453"/>
                <a:gd name="connsiteX91" fmla="*/ 3377451 w 5774333"/>
                <a:gd name="connsiteY91" fmla="*/ 24304 h 6315453"/>
                <a:gd name="connsiteX92" fmla="*/ 3707237 w 5774333"/>
                <a:gd name="connsiteY92" fmla="*/ 1489 h 6315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774333" h="6315453">
                  <a:moveTo>
                    <a:pt x="3707237" y="1489"/>
                  </a:moveTo>
                  <a:cubicBezTo>
                    <a:pt x="3817502" y="-1522"/>
                    <a:pt x="3927875" y="41"/>
                    <a:pt x="4037665" y="6121"/>
                  </a:cubicBezTo>
                  <a:cubicBezTo>
                    <a:pt x="4257614" y="18745"/>
                    <a:pt x="4477439" y="49665"/>
                    <a:pt x="4692239" y="102128"/>
                  </a:cubicBezTo>
                  <a:cubicBezTo>
                    <a:pt x="4907039" y="154474"/>
                    <a:pt x="5116811" y="228592"/>
                    <a:pt x="5315059" y="324945"/>
                  </a:cubicBezTo>
                  <a:cubicBezTo>
                    <a:pt x="5463562" y="397211"/>
                    <a:pt x="5606133" y="481527"/>
                    <a:pt x="5738325" y="578286"/>
                  </a:cubicBezTo>
                  <a:lnTo>
                    <a:pt x="5774333" y="606551"/>
                  </a:lnTo>
                  <a:lnTo>
                    <a:pt x="5774333" y="975490"/>
                  </a:lnTo>
                  <a:lnTo>
                    <a:pt x="5676001" y="889749"/>
                  </a:lnTo>
                  <a:cubicBezTo>
                    <a:pt x="5522381" y="769886"/>
                    <a:pt x="5355519" y="665657"/>
                    <a:pt x="5177132" y="581926"/>
                  </a:cubicBezTo>
                  <a:cubicBezTo>
                    <a:pt x="4998867" y="497965"/>
                    <a:pt x="4810183" y="433574"/>
                    <a:pt x="4615735" y="388640"/>
                  </a:cubicBezTo>
                  <a:cubicBezTo>
                    <a:pt x="4421289" y="343591"/>
                    <a:pt x="4221446" y="317649"/>
                    <a:pt x="4020010" y="308500"/>
                  </a:cubicBezTo>
                  <a:cubicBezTo>
                    <a:pt x="3818207" y="298887"/>
                    <a:pt x="3616649" y="305257"/>
                    <a:pt x="3416315" y="328882"/>
                  </a:cubicBezTo>
                  <a:cubicBezTo>
                    <a:pt x="3216106" y="352623"/>
                    <a:pt x="3017736" y="392346"/>
                    <a:pt x="2823779" y="446545"/>
                  </a:cubicBezTo>
                  <a:cubicBezTo>
                    <a:pt x="2629699" y="500513"/>
                    <a:pt x="2440401" y="570345"/>
                    <a:pt x="2256987" y="651296"/>
                  </a:cubicBezTo>
                  <a:cubicBezTo>
                    <a:pt x="1889058" y="811461"/>
                    <a:pt x="1545527" y="1023856"/>
                    <a:pt x="1244169" y="1280374"/>
                  </a:cubicBezTo>
                  <a:cubicBezTo>
                    <a:pt x="1093982" y="1409039"/>
                    <a:pt x="954828" y="1549400"/>
                    <a:pt x="830141" y="1700184"/>
                  </a:cubicBezTo>
                  <a:cubicBezTo>
                    <a:pt x="705209" y="1850736"/>
                    <a:pt x="594989" y="2012176"/>
                    <a:pt x="502792" y="2182300"/>
                  </a:cubicBezTo>
                  <a:cubicBezTo>
                    <a:pt x="410595" y="2352308"/>
                    <a:pt x="333847" y="2530307"/>
                    <a:pt x="280637" y="2715256"/>
                  </a:cubicBezTo>
                  <a:cubicBezTo>
                    <a:pt x="227306" y="2899741"/>
                    <a:pt x="199719" y="3091521"/>
                    <a:pt x="199843" y="3283418"/>
                  </a:cubicBezTo>
                  <a:cubicBezTo>
                    <a:pt x="200946" y="3377687"/>
                    <a:pt x="210754" y="3471261"/>
                    <a:pt x="233926" y="3561593"/>
                  </a:cubicBezTo>
                  <a:cubicBezTo>
                    <a:pt x="256730" y="3652040"/>
                    <a:pt x="292162" y="3738550"/>
                    <a:pt x="334582" y="3821816"/>
                  </a:cubicBezTo>
                  <a:cubicBezTo>
                    <a:pt x="356038" y="3863392"/>
                    <a:pt x="379823" y="3904157"/>
                    <a:pt x="404834" y="3944343"/>
                  </a:cubicBezTo>
                  <a:cubicBezTo>
                    <a:pt x="430212" y="3984413"/>
                    <a:pt x="457308" y="4023905"/>
                    <a:pt x="485506" y="4062932"/>
                  </a:cubicBezTo>
                  <a:cubicBezTo>
                    <a:pt x="542639" y="4140757"/>
                    <a:pt x="606146" y="4216265"/>
                    <a:pt x="671861" y="4292120"/>
                  </a:cubicBezTo>
                  <a:cubicBezTo>
                    <a:pt x="737576" y="4368091"/>
                    <a:pt x="806234" y="4444062"/>
                    <a:pt x="873542" y="4523044"/>
                  </a:cubicBezTo>
                  <a:cubicBezTo>
                    <a:pt x="907258" y="4562419"/>
                    <a:pt x="940606" y="4602721"/>
                    <a:pt x="973831" y="4643601"/>
                  </a:cubicBezTo>
                  <a:lnTo>
                    <a:pt x="1022014" y="4702780"/>
                  </a:lnTo>
                  <a:cubicBezTo>
                    <a:pt x="1037829" y="4721658"/>
                    <a:pt x="1052910" y="4740998"/>
                    <a:pt x="1069215" y="4759411"/>
                  </a:cubicBezTo>
                  <a:cubicBezTo>
                    <a:pt x="1196477" y="4909269"/>
                    <a:pt x="1334527" y="5047199"/>
                    <a:pt x="1474784" y="5177948"/>
                  </a:cubicBezTo>
                  <a:cubicBezTo>
                    <a:pt x="1545281" y="5243033"/>
                    <a:pt x="1617003" y="5305917"/>
                    <a:pt x="1690442" y="5366255"/>
                  </a:cubicBezTo>
                  <a:cubicBezTo>
                    <a:pt x="1763881" y="5426591"/>
                    <a:pt x="1838668" y="5484959"/>
                    <a:pt x="1916276" y="5539852"/>
                  </a:cubicBezTo>
                  <a:cubicBezTo>
                    <a:pt x="2070877" y="5649872"/>
                    <a:pt x="2237617" y="5748194"/>
                    <a:pt x="2420784" y="5814437"/>
                  </a:cubicBezTo>
                  <a:cubicBezTo>
                    <a:pt x="2512124" y="5847559"/>
                    <a:pt x="2606773" y="5872921"/>
                    <a:pt x="2703015" y="5892029"/>
                  </a:cubicBezTo>
                  <a:cubicBezTo>
                    <a:pt x="2727168" y="5896546"/>
                    <a:pt x="2751075" y="5901758"/>
                    <a:pt x="2775350" y="5905695"/>
                  </a:cubicBezTo>
                  <a:lnTo>
                    <a:pt x="2848299" y="5917161"/>
                  </a:lnTo>
                  <a:cubicBezTo>
                    <a:pt x="2897218" y="5923298"/>
                    <a:pt x="2946136" y="5929784"/>
                    <a:pt x="2995544" y="5933605"/>
                  </a:cubicBezTo>
                  <a:cubicBezTo>
                    <a:pt x="3020188" y="5935806"/>
                    <a:pt x="3044831" y="5937891"/>
                    <a:pt x="3069596" y="5938933"/>
                  </a:cubicBezTo>
                  <a:cubicBezTo>
                    <a:pt x="3094362" y="5940090"/>
                    <a:pt x="3119005" y="5941943"/>
                    <a:pt x="3143894" y="5942639"/>
                  </a:cubicBezTo>
                  <a:lnTo>
                    <a:pt x="3218436" y="5944260"/>
                  </a:lnTo>
                  <a:cubicBezTo>
                    <a:pt x="3243201" y="5944838"/>
                    <a:pt x="3268212" y="5944029"/>
                    <a:pt x="3293101" y="5943913"/>
                  </a:cubicBezTo>
                  <a:lnTo>
                    <a:pt x="3330494" y="5943565"/>
                  </a:lnTo>
                  <a:cubicBezTo>
                    <a:pt x="3342632" y="5943218"/>
                    <a:pt x="3354524" y="5942523"/>
                    <a:pt x="3366540" y="5942059"/>
                  </a:cubicBezTo>
                  <a:cubicBezTo>
                    <a:pt x="3378554" y="5941480"/>
                    <a:pt x="3390570" y="5941134"/>
                    <a:pt x="3402462" y="5940323"/>
                  </a:cubicBezTo>
                  <a:lnTo>
                    <a:pt x="3438262" y="5937543"/>
                  </a:lnTo>
                  <a:cubicBezTo>
                    <a:pt x="3485954" y="5933953"/>
                    <a:pt x="3533279" y="5927931"/>
                    <a:pt x="3580236" y="5920982"/>
                  </a:cubicBezTo>
                  <a:cubicBezTo>
                    <a:pt x="3768185" y="5891567"/>
                    <a:pt x="3948901" y="5834010"/>
                    <a:pt x="4121034" y="5753290"/>
                  </a:cubicBezTo>
                  <a:cubicBezTo>
                    <a:pt x="4293782" y="5673497"/>
                    <a:pt x="4458191" y="5571353"/>
                    <a:pt x="4620639" y="5459364"/>
                  </a:cubicBezTo>
                  <a:cubicBezTo>
                    <a:pt x="4661221" y="5431455"/>
                    <a:pt x="4701557" y="5402271"/>
                    <a:pt x="4741771" y="5372971"/>
                  </a:cubicBezTo>
                  <a:cubicBezTo>
                    <a:pt x="4782230" y="5343672"/>
                    <a:pt x="4822566" y="5313908"/>
                    <a:pt x="4862901" y="5283682"/>
                  </a:cubicBezTo>
                  <a:lnTo>
                    <a:pt x="5108229" y="5098386"/>
                  </a:lnTo>
                  <a:cubicBezTo>
                    <a:pt x="5276563" y="4972270"/>
                    <a:pt x="5446489" y="4854838"/>
                    <a:pt x="5612493" y="4739724"/>
                  </a:cubicBezTo>
                  <a:lnTo>
                    <a:pt x="5774333" y="4623488"/>
                  </a:lnTo>
                  <a:lnTo>
                    <a:pt x="5774333" y="5232926"/>
                  </a:lnTo>
                  <a:lnTo>
                    <a:pt x="5676492" y="5306859"/>
                  </a:lnTo>
                  <a:cubicBezTo>
                    <a:pt x="5592693" y="5367905"/>
                    <a:pt x="5508955" y="5427286"/>
                    <a:pt x="5426260" y="5486233"/>
                  </a:cubicBezTo>
                  <a:lnTo>
                    <a:pt x="5300225" y="5576217"/>
                  </a:lnTo>
                  <a:cubicBezTo>
                    <a:pt x="5257559" y="5606443"/>
                    <a:pt x="5214525" y="5636901"/>
                    <a:pt x="5170757" y="5666780"/>
                  </a:cubicBezTo>
                  <a:cubicBezTo>
                    <a:pt x="5127110" y="5696775"/>
                    <a:pt x="5082973" y="5726654"/>
                    <a:pt x="5038100" y="5756185"/>
                  </a:cubicBezTo>
                  <a:cubicBezTo>
                    <a:pt x="4993106" y="5785486"/>
                    <a:pt x="4947743" y="5814553"/>
                    <a:pt x="4901276" y="5843043"/>
                  </a:cubicBezTo>
                  <a:cubicBezTo>
                    <a:pt x="4808835" y="5900136"/>
                    <a:pt x="4713449" y="5955494"/>
                    <a:pt x="4614019" y="6006103"/>
                  </a:cubicBezTo>
                  <a:cubicBezTo>
                    <a:pt x="4514711" y="6056943"/>
                    <a:pt x="4411971" y="6104192"/>
                    <a:pt x="4305061" y="6144726"/>
                  </a:cubicBezTo>
                  <a:cubicBezTo>
                    <a:pt x="4092223" y="6226952"/>
                    <a:pt x="3863569" y="6282424"/>
                    <a:pt x="3632710" y="6304196"/>
                  </a:cubicBezTo>
                  <a:cubicBezTo>
                    <a:pt x="3574964" y="6309408"/>
                    <a:pt x="3517218" y="6313345"/>
                    <a:pt x="3459594" y="6314504"/>
                  </a:cubicBezTo>
                  <a:lnTo>
                    <a:pt x="3416315" y="6315429"/>
                  </a:lnTo>
                  <a:cubicBezTo>
                    <a:pt x="3401971" y="6315546"/>
                    <a:pt x="3387505" y="6315198"/>
                    <a:pt x="3373159" y="6315198"/>
                  </a:cubicBezTo>
                  <a:lnTo>
                    <a:pt x="3330127" y="6314735"/>
                  </a:lnTo>
                  <a:lnTo>
                    <a:pt x="3288320" y="6313230"/>
                  </a:lnTo>
                  <a:cubicBezTo>
                    <a:pt x="3176996" y="6309870"/>
                    <a:pt x="3065428" y="6301533"/>
                    <a:pt x="2954350" y="6288098"/>
                  </a:cubicBezTo>
                  <a:cubicBezTo>
                    <a:pt x="2843150" y="6275360"/>
                    <a:pt x="2732194" y="6257061"/>
                    <a:pt x="2622466" y="6232742"/>
                  </a:cubicBezTo>
                  <a:cubicBezTo>
                    <a:pt x="2512859" y="6208190"/>
                    <a:pt x="2404110" y="6179122"/>
                    <a:pt x="2296466" y="6146001"/>
                  </a:cubicBezTo>
                  <a:cubicBezTo>
                    <a:pt x="2081544" y="6079179"/>
                    <a:pt x="1869073" y="5996027"/>
                    <a:pt x="1672419" y="5885197"/>
                  </a:cubicBezTo>
                  <a:cubicBezTo>
                    <a:pt x="1475643" y="5774599"/>
                    <a:pt x="1299954" y="5634353"/>
                    <a:pt x="1146578" y="5479168"/>
                  </a:cubicBezTo>
                  <a:cubicBezTo>
                    <a:pt x="1069461" y="5401692"/>
                    <a:pt x="999333" y="5319235"/>
                    <a:pt x="933372" y="5234810"/>
                  </a:cubicBezTo>
                  <a:cubicBezTo>
                    <a:pt x="867781" y="5150038"/>
                    <a:pt x="805375" y="5063991"/>
                    <a:pt x="747140" y="4976091"/>
                  </a:cubicBezTo>
                  <a:cubicBezTo>
                    <a:pt x="732182" y="4954319"/>
                    <a:pt x="718082" y="4932199"/>
                    <a:pt x="703616" y="4910196"/>
                  </a:cubicBezTo>
                  <a:lnTo>
                    <a:pt x="662053" y="4846269"/>
                  </a:lnTo>
                  <a:cubicBezTo>
                    <a:pt x="635449" y="4804925"/>
                    <a:pt x="607864" y="4763928"/>
                    <a:pt x="580033" y="4722352"/>
                  </a:cubicBezTo>
                  <a:lnTo>
                    <a:pt x="410105" y="4469193"/>
                  </a:lnTo>
                  <a:cubicBezTo>
                    <a:pt x="353095" y="4382915"/>
                    <a:pt x="296820" y="4294089"/>
                    <a:pt x="244224" y="4201556"/>
                  </a:cubicBezTo>
                  <a:cubicBezTo>
                    <a:pt x="217987" y="4155232"/>
                    <a:pt x="192609" y="4108098"/>
                    <a:pt x="169437" y="4059690"/>
                  </a:cubicBezTo>
                  <a:cubicBezTo>
                    <a:pt x="146388" y="4011165"/>
                    <a:pt x="124932" y="3961715"/>
                    <a:pt x="105929" y="3911221"/>
                  </a:cubicBezTo>
                  <a:cubicBezTo>
                    <a:pt x="87293" y="3860613"/>
                    <a:pt x="70742" y="3809309"/>
                    <a:pt x="57256" y="3757195"/>
                  </a:cubicBezTo>
                  <a:cubicBezTo>
                    <a:pt x="50881" y="3731138"/>
                    <a:pt x="44383" y="3704965"/>
                    <a:pt x="39111" y="3678677"/>
                  </a:cubicBezTo>
                  <a:lnTo>
                    <a:pt x="31142" y="3639300"/>
                  </a:lnTo>
                  <a:lnTo>
                    <a:pt x="24521" y="3599809"/>
                  </a:lnTo>
                  <a:cubicBezTo>
                    <a:pt x="7234" y="3494423"/>
                    <a:pt x="0" y="3388457"/>
                    <a:pt x="0" y="3283418"/>
                  </a:cubicBezTo>
                  <a:cubicBezTo>
                    <a:pt x="491" y="3076698"/>
                    <a:pt x="23418" y="2869978"/>
                    <a:pt x="68045" y="2666963"/>
                  </a:cubicBezTo>
                  <a:cubicBezTo>
                    <a:pt x="112550" y="2464064"/>
                    <a:pt x="180717" y="2265104"/>
                    <a:pt x="272546" y="2076334"/>
                  </a:cubicBezTo>
                  <a:cubicBezTo>
                    <a:pt x="457062" y="1698794"/>
                    <a:pt x="724457" y="1360978"/>
                    <a:pt x="1039300" y="1073307"/>
                  </a:cubicBezTo>
                  <a:cubicBezTo>
                    <a:pt x="1197090" y="929472"/>
                    <a:pt x="1367630" y="798259"/>
                    <a:pt x="1547733" y="680365"/>
                  </a:cubicBezTo>
                  <a:cubicBezTo>
                    <a:pt x="1728081" y="562587"/>
                    <a:pt x="1917870" y="457663"/>
                    <a:pt x="2115995" y="368373"/>
                  </a:cubicBezTo>
                  <a:cubicBezTo>
                    <a:pt x="2512737" y="191070"/>
                    <a:pt x="2939883" y="73870"/>
                    <a:pt x="3377451" y="24304"/>
                  </a:cubicBezTo>
                  <a:cubicBezTo>
                    <a:pt x="3486812" y="12086"/>
                    <a:pt x="3596971" y="4500"/>
                    <a:pt x="3707237" y="148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Freeform: Shape 64">
              <a:extLst>
                <a:ext uri="{FF2B5EF4-FFF2-40B4-BE49-F238E27FC236}">
                  <a16:creationId xmlns:a16="http://schemas.microsoft.com/office/drawing/2014/main" id="{EC18CE1F-9DF1-47AF-9E66-6CE348AC23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464911 h 6229400"/>
                <a:gd name="connsiteX4" fmla="*/ 5660063 w 5769111"/>
                <a:gd name="connsiteY4" fmla="*/ 1328105 h 6229400"/>
                <a:gd name="connsiteX5" fmla="*/ 4910471 w 5769111"/>
                <a:gd name="connsiteY5" fmla="*/ 781599 h 6229400"/>
                <a:gd name="connsiteX6" fmla="*/ 3882695 w 5769111"/>
                <a:gd name="connsiteY6" fmla="*/ 579048 h 6229400"/>
                <a:gd name="connsiteX7" fmla="*/ 2683153 w 5769111"/>
                <a:gd name="connsiteY7" fmla="*/ 797003 h 6229400"/>
                <a:gd name="connsiteX8" fmla="*/ 1617493 w 5769111"/>
                <a:gd name="connsiteY8" fmla="*/ 1395738 h 6229400"/>
                <a:gd name="connsiteX9" fmla="*/ 880408 w 5769111"/>
                <a:gd name="connsiteY9" fmla="*/ 2259099 h 6229400"/>
                <a:gd name="connsiteX10" fmla="*/ 613135 w 5769111"/>
                <a:gd name="connsiteY10" fmla="*/ 3263863 h 6229400"/>
                <a:gd name="connsiteX11" fmla="*/ 1055484 w 5769111"/>
                <a:gd name="connsiteY11" fmla="*/ 4196825 h 6229400"/>
                <a:gd name="connsiteX12" fmla="*/ 1278376 w 5769111"/>
                <a:gd name="connsiteY12" fmla="*/ 4492950 h 6229400"/>
                <a:gd name="connsiteX13" fmla="*/ 3369851 w 5769111"/>
                <a:gd name="connsiteY13" fmla="*/ 5650468 h 6229400"/>
                <a:gd name="connsiteX14" fmla="*/ 4957551 w 5769111"/>
                <a:gd name="connsiteY14" fmla="*/ 4938355 h 6229400"/>
                <a:gd name="connsiteX15" fmla="*/ 5150773 w 5769111"/>
                <a:gd name="connsiteY15" fmla="*/ 4796950 h 6229400"/>
                <a:gd name="connsiteX16" fmla="*/ 5747247 w 5769111"/>
                <a:gd name="connsiteY16" fmla="*/ 4338176 h 6229400"/>
                <a:gd name="connsiteX17" fmla="*/ 5769111 w 5769111"/>
                <a:gd name="connsiteY17" fmla="*/ 4318497 h 6229400"/>
                <a:gd name="connsiteX18" fmla="*/ 5769111 w 5769111"/>
                <a:gd name="connsiteY18" fmla="*/ 5074612 h 6229400"/>
                <a:gd name="connsiteX19" fmla="*/ 5636252 w 5769111"/>
                <a:gd name="connsiteY19" fmla="*/ 5174208 h 6229400"/>
                <a:gd name="connsiteX20" fmla="*/ 5334922 w 5769111"/>
                <a:gd name="connsiteY20" fmla="*/ 5394528 h 6229400"/>
                <a:gd name="connsiteX21" fmla="*/ 3369727 w 5769111"/>
                <a:gd name="connsiteY21" fmla="*/ 6229400 h 6229400"/>
                <a:gd name="connsiteX22" fmla="*/ 771046 w 5769111"/>
                <a:gd name="connsiteY22" fmla="*/ 4817913 h 6229400"/>
                <a:gd name="connsiteX23" fmla="*/ 0 w 5769111"/>
                <a:gd name="connsiteY23" fmla="*/ 3263748 h 6229400"/>
                <a:gd name="connsiteX24" fmla="*/ 3882695 w 5769111"/>
                <a:gd name="connsiteY24"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769111" h="6229400">
                  <a:moveTo>
                    <a:pt x="3882695" y="0"/>
                  </a:moveTo>
                  <a:cubicBezTo>
                    <a:pt x="4601253" y="0"/>
                    <a:pt x="5210727" y="205477"/>
                    <a:pt x="5691883" y="557381"/>
                  </a:cubicBezTo>
                  <a:lnTo>
                    <a:pt x="5769111" y="620523"/>
                  </a:lnTo>
                  <a:lnTo>
                    <a:pt x="5769111" y="1464911"/>
                  </a:lnTo>
                  <a:lnTo>
                    <a:pt x="5660063" y="1328105"/>
                  </a:lnTo>
                  <a:cubicBezTo>
                    <a:pt x="5449800" y="1091506"/>
                    <a:pt x="5197607" y="907600"/>
                    <a:pt x="4910471" y="781599"/>
                  </a:cubicBezTo>
                  <a:cubicBezTo>
                    <a:pt x="4604088" y="647260"/>
                    <a:pt x="4258349" y="579048"/>
                    <a:pt x="3882695" y="579048"/>
                  </a:cubicBezTo>
                  <a:cubicBezTo>
                    <a:pt x="3484238" y="579048"/>
                    <a:pt x="3080631" y="652240"/>
                    <a:pt x="2683153" y="797003"/>
                  </a:cubicBezTo>
                  <a:cubicBezTo>
                    <a:pt x="2296098" y="937595"/>
                    <a:pt x="1927678" y="1144662"/>
                    <a:pt x="1617493" y="1395738"/>
                  </a:cubicBezTo>
                  <a:cubicBezTo>
                    <a:pt x="1301915" y="1651098"/>
                    <a:pt x="1053890" y="1941665"/>
                    <a:pt x="880408" y="2259099"/>
                  </a:cubicBezTo>
                  <a:cubicBezTo>
                    <a:pt x="703125" y="2583597"/>
                    <a:pt x="613135" y="2921645"/>
                    <a:pt x="613135" y="3263863"/>
                  </a:cubicBezTo>
                  <a:cubicBezTo>
                    <a:pt x="613135" y="3608512"/>
                    <a:pt x="756702" y="3809789"/>
                    <a:pt x="1055484" y="4196825"/>
                  </a:cubicBezTo>
                  <a:cubicBezTo>
                    <a:pt x="1127574" y="4290167"/>
                    <a:pt x="1202116" y="4386753"/>
                    <a:pt x="1278376" y="4492950"/>
                  </a:cubicBezTo>
                  <a:cubicBezTo>
                    <a:pt x="1861105" y="5304313"/>
                    <a:pt x="2486623" y="5650468"/>
                    <a:pt x="3369851" y="5650468"/>
                  </a:cubicBezTo>
                  <a:cubicBezTo>
                    <a:pt x="3949515" y="5650468"/>
                    <a:pt x="4374822" y="5368471"/>
                    <a:pt x="4957551" y="4938355"/>
                  </a:cubicBezTo>
                  <a:cubicBezTo>
                    <a:pt x="5022653" y="4890293"/>
                    <a:pt x="5087755" y="4842811"/>
                    <a:pt x="5150773" y="4796950"/>
                  </a:cubicBezTo>
                  <a:cubicBezTo>
                    <a:pt x="5364254" y="4641404"/>
                    <a:pt x="5570313" y="4491241"/>
                    <a:pt x="5747247" y="4338176"/>
                  </a:cubicBezTo>
                  <a:lnTo>
                    <a:pt x="5769111" y="4318497"/>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Freeform: Shape 65">
              <a:extLst>
                <a:ext uri="{FF2B5EF4-FFF2-40B4-BE49-F238E27FC236}">
                  <a16:creationId xmlns:a16="http://schemas.microsoft.com/office/drawing/2014/main" id="{5BD26A8C-8D1D-41E6-A71E-FE9AC75F3F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675390 h 6229400"/>
                <a:gd name="connsiteX4" fmla="*/ 5711488 w 5769111"/>
                <a:gd name="connsiteY4" fmla="*/ 1585205 h 6229400"/>
                <a:gd name="connsiteX5" fmla="*/ 5566027 w 5769111"/>
                <a:gd name="connsiteY5" fmla="*/ 1402571 h 6229400"/>
                <a:gd name="connsiteX6" fmla="*/ 4858734 w 5769111"/>
                <a:gd name="connsiteY6" fmla="*/ 886639 h 6229400"/>
                <a:gd name="connsiteX7" fmla="*/ 3882695 w 5769111"/>
                <a:gd name="connsiteY7" fmla="*/ 694858 h 6229400"/>
                <a:gd name="connsiteX8" fmla="*/ 2727046 w 5769111"/>
                <a:gd name="connsiteY8" fmla="*/ 905053 h 6229400"/>
                <a:gd name="connsiteX9" fmla="*/ 1697186 w 5769111"/>
                <a:gd name="connsiteY9" fmla="*/ 1483638 h 6229400"/>
                <a:gd name="connsiteX10" fmla="*/ 989279 w 5769111"/>
                <a:gd name="connsiteY10" fmla="*/ 2312139 h 6229400"/>
                <a:gd name="connsiteX11" fmla="*/ 735615 w 5769111"/>
                <a:gd name="connsiteY11" fmla="*/ 3263863 h 6229400"/>
                <a:gd name="connsiteX12" fmla="*/ 1154424 w 5769111"/>
                <a:gd name="connsiteY12" fmla="*/ 4128614 h 6229400"/>
                <a:gd name="connsiteX13" fmla="*/ 1379768 w 5769111"/>
                <a:gd name="connsiteY13" fmla="*/ 4427981 h 6229400"/>
                <a:gd name="connsiteX14" fmla="*/ 2239456 w 5769111"/>
                <a:gd name="connsiteY14" fmla="*/ 5256947 h 6229400"/>
                <a:gd name="connsiteX15" fmla="*/ 3369727 w 5769111"/>
                <a:gd name="connsiteY15" fmla="*/ 5534658 h 6229400"/>
                <a:gd name="connsiteX16" fmla="*/ 4096760 w 5769111"/>
                <a:gd name="connsiteY16" fmla="*/ 5357817 h 6229400"/>
                <a:gd name="connsiteX17" fmla="*/ 4881905 w 5769111"/>
                <a:gd name="connsiteY17" fmla="*/ 4847212 h 6229400"/>
                <a:gd name="connsiteX18" fmla="*/ 5075739 w 5769111"/>
                <a:gd name="connsiteY18" fmla="*/ 4705346 h 6229400"/>
                <a:gd name="connsiteX19" fmla="*/ 5759930 w 5769111"/>
                <a:gd name="connsiteY19" fmla="*/ 4166809 h 6229400"/>
                <a:gd name="connsiteX20" fmla="*/ 5769111 w 5769111"/>
                <a:gd name="connsiteY20" fmla="*/ 4157764 h 6229400"/>
                <a:gd name="connsiteX21" fmla="*/ 5769111 w 5769111"/>
                <a:gd name="connsiteY21" fmla="*/ 5074612 h 6229400"/>
                <a:gd name="connsiteX22" fmla="*/ 5636252 w 5769111"/>
                <a:gd name="connsiteY22" fmla="*/ 5174208 h 6229400"/>
                <a:gd name="connsiteX23" fmla="*/ 5334922 w 5769111"/>
                <a:gd name="connsiteY23" fmla="*/ 5394528 h 6229400"/>
                <a:gd name="connsiteX24" fmla="*/ 3369727 w 5769111"/>
                <a:gd name="connsiteY24" fmla="*/ 6229400 h 6229400"/>
                <a:gd name="connsiteX25" fmla="*/ 771046 w 5769111"/>
                <a:gd name="connsiteY25" fmla="*/ 4817913 h 6229400"/>
                <a:gd name="connsiteX26" fmla="*/ 0 w 5769111"/>
                <a:gd name="connsiteY26" fmla="*/ 3263748 h 6229400"/>
                <a:gd name="connsiteX27" fmla="*/ 3882695 w 5769111"/>
                <a:gd name="connsiteY27"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769111" h="6229400">
                  <a:moveTo>
                    <a:pt x="3882695" y="0"/>
                  </a:moveTo>
                  <a:cubicBezTo>
                    <a:pt x="4601253" y="0"/>
                    <a:pt x="5210727" y="205477"/>
                    <a:pt x="5691883" y="557381"/>
                  </a:cubicBezTo>
                  <a:lnTo>
                    <a:pt x="5769111" y="620523"/>
                  </a:lnTo>
                  <a:lnTo>
                    <a:pt x="5769111" y="1675390"/>
                  </a:lnTo>
                  <a:lnTo>
                    <a:pt x="5711488" y="1585205"/>
                  </a:lnTo>
                  <a:cubicBezTo>
                    <a:pt x="5665942" y="1521390"/>
                    <a:pt x="5617428" y="1460432"/>
                    <a:pt x="5566027" y="1402571"/>
                  </a:cubicBezTo>
                  <a:cubicBezTo>
                    <a:pt x="5367411" y="1179058"/>
                    <a:pt x="5129563" y="1005460"/>
                    <a:pt x="4858734" y="886639"/>
                  </a:cubicBezTo>
                  <a:cubicBezTo>
                    <a:pt x="4568779" y="759363"/>
                    <a:pt x="4240327" y="694858"/>
                    <a:pt x="3882695" y="694858"/>
                  </a:cubicBezTo>
                  <a:cubicBezTo>
                    <a:pt x="3504835" y="694858"/>
                    <a:pt x="3105151" y="767471"/>
                    <a:pt x="2727046" y="905053"/>
                  </a:cubicBezTo>
                  <a:cubicBezTo>
                    <a:pt x="2352985" y="1041013"/>
                    <a:pt x="1996826" y="1241132"/>
                    <a:pt x="1697186" y="1483638"/>
                  </a:cubicBezTo>
                  <a:cubicBezTo>
                    <a:pt x="1397913" y="1725796"/>
                    <a:pt x="1153199" y="2012308"/>
                    <a:pt x="989279" y="2312139"/>
                  </a:cubicBezTo>
                  <a:cubicBezTo>
                    <a:pt x="820946" y="2620077"/>
                    <a:pt x="735615" y="2940290"/>
                    <a:pt x="735615" y="3263863"/>
                  </a:cubicBezTo>
                  <a:cubicBezTo>
                    <a:pt x="735615" y="3573074"/>
                    <a:pt x="863980" y="3752464"/>
                    <a:pt x="1154424" y="4128614"/>
                  </a:cubicBezTo>
                  <a:cubicBezTo>
                    <a:pt x="1227127" y="4222767"/>
                    <a:pt x="1302282" y="4320162"/>
                    <a:pt x="1379768" y="4427981"/>
                  </a:cubicBezTo>
                  <a:cubicBezTo>
                    <a:pt x="1653784" y="4809458"/>
                    <a:pt x="1934912" y="5080685"/>
                    <a:pt x="2239456" y="5256947"/>
                  </a:cubicBezTo>
                  <a:cubicBezTo>
                    <a:pt x="2562268" y="5443863"/>
                    <a:pt x="2932037" y="5534658"/>
                    <a:pt x="3369727" y="5534658"/>
                  </a:cubicBezTo>
                  <a:cubicBezTo>
                    <a:pt x="3618120" y="5534658"/>
                    <a:pt x="3849103" y="5478491"/>
                    <a:pt x="4096760" y="5357817"/>
                  </a:cubicBezTo>
                  <a:cubicBezTo>
                    <a:pt x="4351037" y="5233901"/>
                    <a:pt x="4602740" y="5053238"/>
                    <a:pt x="4881905" y="4847212"/>
                  </a:cubicBezTo>
                  <a:cubicBezTo>
                    <a:pt x="4947375" y="4798920"/>
                    <a:pt x="5012599" y="4751322"/>
                    <a:pt x="5075739" y="4705346"/>
                  </a:cubicBezTo>
                  <a:cubicBezTo>
                    <a:pt x="5327320" y="4521990"/>
                    <a:pt x="5568418" y="4346256"/>
                    <a:pt x="5759930" y="4166809"/>
                  </a:cubicBezTo>
                  <a:lnTo>
                    <a:pt x="5769111" y="4157764"/>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7" name="Graphic 6" descr="Splash">
            <a:extLst>
              <a:ext uri="{FF2B5EF4-FFF2-40B4-BE49-F238E27FC236}">
                <a16:creationId xmlns:a16="http://schemas.microsoft.com/office/drawing/2014/main" id="{8F66994D-10FB-7A12-556A-BBED006069C0}"/>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121726" y="1629089"/>
            <a:ext cx="3620021" cy="3620021"/>
          </a:xfrm>
          <a:prstGeom prst="rect">
            <a:avLst/>
          </a:prstGeom>
        </p:spPr>
      </p:pic>
    </p:spTree>
    <p:extLst>
      <p:ext uri="{BB962C8B-B14F-4D97-AF65-F5344CB8AC3E}">
        <p14:creationId xmlns:p14="http://schemas.microsoft.com/office/powerpoint/2010/main" val="1629031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F832BD7-D0E6-B787-D279-92262D022A20}"/>
            </a:ext>
          </a:extLst>
        </p:cNvPr>
        <p:cNvGrpSpPr/>
        <p:nvPr/>
      </p:nvGrpSpPr>
      <p:grpSpPr>
        <a:xfrm>
          <a:off x="0" y="0"/>
          <a:ext cx="0" cy="0"/>
          <a:chOff x="0" y="0"/>
          <a:chExt cx="0" cy="0"/>
        </a:xfrm>
      </p:grpSpPr>
      <p:sp useBgFill="1">
        <p:nvSpPr>
          <p:cNvPr id="1040" name="Rectangle 1039">
            <a:extLst>
              <a:ext uri="{FF2B5EF4-FFF2-40B4-BE49-F238E27FC236}">
                <a16:creationId xmlns:a16="http://schemas.microsoft.com/office/drawing/2014/main" id="{9CB95732-565A-4D2C-A3AB-CC460C0D38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2" name="Rectangle 1041">
            <a:extLst>
              <a:ext uri="{FF2B5EF4-FFF2-40B4-BE49-F238E27FC236}">
                <a16:creationId xmlns:a16="http://schemas.microsoft.com/office/drawing/2014/main" id="{E19B653C-798C-4333-8452-3DF3AE3C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4" name="Rectangle 1043">
            <a:extLst>
              <a:ext uri="{FF2B5EF4-FFF2-40B4-BE49-F238E27FC236}">
                <a16:creationId xmlns:a16="http://schemas.microsoft.com/office/drawing/2014/main" id="{0FE50278-E2EC-42B2-A1F1-921DD39901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5305994" y="-5310547"/>
            <a:ext cx="1580014" cy="12192002"/>
          </a:xfrm>
          <a:prstGeom prst="rect">
            <a:avLst/>
          </a:prstGeom>
          <a:gradFill>
            <a:gsLst>
              <a:gs pos="19000">
                <a:schemeClr val="accent1">
                  <a:alpha val="0"/>
                </a:schemeClr>
              </a:gs>
              <a:gs pos="99000">
                <a:srgbClr val="000000">
                  <a:alpha val="74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6" name="Rectangle 1045">
            <a:extLst>
              <a:ext uri="{FF2B5EF4-FFF2-40B4-BE49-F238E27FC236}">
                <a16:creationId xmlns:a16="http://schemas.microsoft.com/office/drawing/2014/main" id="{1236153F-0DB4-40DD-87C6-B40C1B7E28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0"/>
            <a:ext cx="4303422" cy="1575461"/>
          </a:xfrm>
          <a:prstGeom prst="rect">
            <a:avLst/>
          </a:prstGeom>
          <a:gradFill>
            <a:gsLst>
              <a:gs pos="0">
                <a:schemeClr val="accent1">
                  <a:alpha val="72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4B759C8-159B-B7A5-1F9F-6DD89ED80978}"/>
              </a:ext>
            </a:extLst>
          </p:cNvPr>
          <p:cNvSpPr>
            <a:spLocks noGrp="1"/>
          </p:cNvSpPr>
          <p:nvPr>
            <p:ph type="title"/>
          </p:nvPr>
        </p:nvSpPr>
        <p:spPr>
          <a:xfrm>
            <a:off x="699715" y="288404"/>
            <a:ext cx="7170656" cy="977442"/>
          </a:xfrm>
        </p:spPr>
        <p:txBody>
          <a:bodyPr vert="horz" lIns="91440" tIns="45720" rIns="91440" bIns="45720" rtlCol="0" anchor="ctr">
            <a:normAutofit/>
          </a:bodyPr>
          <a:lstStyle/>
          <a:p>
            <a:r>
              <a:rPr lang="en-US" sz="4000">
                <a:solidFill>
                  <a:srgbClr val="FFFFFF"/>
                </a:solidFill>
              </a:rPr>
              <a:t>Methodology</a:t>
            </a:r>
          </a:p>
        </p:txBody>
      </p:sp>
      <p:sp>
        <p:nvSpPr>
          <p:cNvPr id="3" name="Title 1">
            <a:extLst>
              <a:ext uri="{FF2B5EF4-FFF2-40B4-BE49-F238E27FC236}">
                <a16:creationId xmlns:a16="http://schemas.microsoft.com/office/drawing/2014/main" id="{69D3D0A8-FEA3-B1CE-2B5F-62B1C42EE361}"/>
              </a:ext>
            </a:extLst>
          </p:cNvPr>
          <p:cNvSpPr txBox="1">
            <a:spLocks/>
          </p:cNvSpPr>
          <p:nvPr/>
        </p:nvSpPr>
        <p:spPr>
          <a:xfrm>
            <a:off x="8536577" y="199287"/>
            <a:ext cx="3226526" cy="115567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1000"/>
              </a:spcBef>
            </a:pPr>
            <a:r>
              <a:rPr lang="en-US" sz="2000">
                <a:solidFill>
                  <a:srgbClr val="FFFFFF"/>
                </a:solidFill>
                <a:latin typeface="+mn-lt"/>
                <a:ea typeface="+mn-ea"/>
                <a:cs typeface="+mn-cs"/>
              </a:rPr>
              <a:t>Dataset Description</a:t>
            </a:r>
          </a:p>
        </p:txBody>
      </p:sp>
      <p:pic>
        <p:nvPicPr>
          <p:cNvPr id="5" name="Picture 4" descr="A group of blue and white graphs&#10;&#10;AI-generated content may be incorrect.">
            <a:extLst>
              <a:ext uri="{FF2B5EF4-FFF2-40B4-BE49-F238E27FC236}">
                <a16:creationId xmlns:a16="http://schemas.microsoft.com/office/drawing/2014/main" id="{3D096D44-5F27-5B7E-6695-08AC1E7CF767}"/>
              </a:ext>
            </a:extLst>
          </p:cNvPr>
          <p:cNvPicPr>
            <a:picLocks noChangeAspect="1"/>
          </p:cNvPicPr>
          <p:nvPr/>
        </p:nvPicPr>
        <p:blipFill>
          <a:blip r:embed="rId2"/>
          <a:stretch>
            <a:fillRect/>
          </a:stretch>
        </p:blipFill>
        <p:spPr>
          <a:xfrm>
            <a:off x="655809" y="2322465"/>
            <a:ext cx="3051003" cy="1739071"/>
          </a:xfrm>
          <a:prstGeom prst="rect">
            <a:avLst/>
          </a:prstGeom>
        </p:spPr>
      </p:pic>
      <p:graphicFrame>
        <p:nvGraphicFramePr>
          <p:cNvPr id="22" name="Content Placeholder 2">
            <a:extLst>
              <a:ext uri="{FF2B5EF4-FFF2-40B4-BE49-F238E27FC236}">
                <a16:creationId xmlns:a16="http://schemas.microsoft.com/office/drawing/2014/main" id="{4B941560-626A-1952-9338-0B7E78E7F0D4}"/>
              </a:ext>
            </a:extLst>
          </p:cNvPr>
          <p:cNvGraphicFramePr>
            <a:graphicFrameLocks noGrp="1"/>
          </p:cNvGraphicFramePr>
          <p:nvPr>
            <p:ph idx="1"/>
            <p:extLst>
              <p:ext uri="{D42A27DB-BD31-4B8C-83A1-F6EECF244321}">
                <p14:modId xmlns:p14="http://schemas.microsoft.com/office/powerpoint/2010/main" val="3404770147"/>
              </p:ext>
            </p:extLst>
          </p:nvPr>
        </p:nvGraphicFramePr>
        <p:xfrm>
          <a:off x="4362623" y="1863865"/>
          <a:ext cx="7173567" cy="455144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032" name="Picture 8">
            <a:extLst>
              <a:ext uri="{FF2B5EF4-FFF2-40B4-BE49-F238E27FC236}">
                <a16:creationId xmlns:a16="http://schemas.microsoft.com/office/drawing/2014/main" id="{CB3C60EC-412E-DD73-C1AB-5A380A8C6AA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48861" y="4137732"/>
            <a:ext cx="3157952" cy="20120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608973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44" name="Rectangle 2143">
            <a:extLst>
              <a:ext uri="{FF2B5EF4-FFF2-40B4-BE49-F238E27FC236}">
                <a16:creationId xmlns:a16="http://schemas.microsoft.com/office/drawing/2014/main" id="{1022CA72-2A63-428F-B586-37BA5AB6D2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32015" y="4495568"/>
            <a:ext cx="3861960" cy="1905232"/>
          </a:xfrm>
        </p:spPr>
        <p:txBody>
          <a:bodyPr anchor="ctr">
            <a:normAutofit/>
          </a:bodyPr>
          <a:lstStyle/>
          <a:p>
            <a:r>
              <a:rPr lang="en-US" sz="3200"/>
              <a:t>Model Selection</a:t>
            </a:r>
          </a:p>
        </p:txBody>
      </p:sp>
      <p:sp>
        <p:nvSpPr>
          <p:cNvPr id="2152" name="Rectangle 2151">
            <a:extLst>
              <a:ext uri="{FF2B5EF4-FFF2-40B4-BE49-F238E27FC236}">
                <a16:creationId xmlns:a16="http://schemas.microsoft.com/office/drawing/2014/main" id="{95C8260E-968F-44E8-A823-ABB4313119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86584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3" name="Rectangle 2152">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89" y="-1"/>
            <a:ext cx="11231745" cy="413142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A graph of different colored bars&#10;&#10;AI-generated content may be incorrect.">
            <a:extLst>
              <a:ext uri="{FF2B5EF4-FFF2-40B4-BE49-F238E27FC236}">
                <a16:creationId xmlns:a16="http://schemas.microsoft.com/office/drawing/2014/main" id="{B4FDCA12-CC1C-979C-3123-2FC8AB369EB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427"/>
          <a:stretch>
            <a:fillRect/>
          </a:stretch>
        </p:blipFill>
        <p:spPr bwMode="auto">
          <a:xfrm>
            <a:off x="838200" y="626040"/>
            <a:ext cx="5136795" cy="2902668"/>
          </a:xfrm>
          <a:prstGeom prst="rect">
            <a:avLst/>
          </a:prstGeom>
          <a:noFill/>
          <a:extLst>
            <a:ext uri="{909E8E84-426E-40DD-AFC4-6F175D3DCCD1}">
              <a14:hiddenFill xmlns:a14="http://schemas.microsoft.com/office/drawing/2010/main">
                <a:solidFill>
                  <a:srgbClr val="FFFFFF"/>
                </a:solidFill>
              </a14:hiddenFill>
            </a:ext>
          </a:extLst>
        </p:spPr>
      </p:pic>
      <p:sp>
        <p:nvSpPr>
          <p:cNvPr id="2154" name="Rectangle 2153">
            <a:extLst>
              <a:ext uri="{FF2B5EF4-FFF2-40B4-BE49-F238E27FC236}">
                <a16:creationId xmlns:a16="http://schemas.microsoft.com/office/drawing/2014/main" id="{FE43805F-24A6-46A4-B19B-54F2834735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837444" y="5460209"/>
            <a:ext cx="1790365" cy="457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Content Placeholder 10">
            <a:extLst>
              <a:ext uri="{FF2B5EF4-FFF2-40B4-BE49-F238E27FC236}">
                <a16:creationId xmlns:a16="http://schemas.microsoft.com/office/drawing/2014/main" id="{A198596B-CFC1-FCE0-16FD-15A6DCD457C1}"/>
              </a:ext>
            </a:extLst>
          </p:cNvPr>
          <p:cNvSpPr>
            <a:spLocks noGrp="1"/>
          </p:cNvSpPr>
          <p:nvPr>
            <p:ph idx="1"/>
          </p:nvPr>
        </p:nvSpPr>
        <p:spPr>
          <a:xfrm>
            <a:off x="5162719" y="4495568"/>
            <a:ext cx="6586915" cy="1905232"/>
          </a:xfrm>
        </p:spPr>
        <p:txBody>
          <a:bodyPr anchor="ctr">
            <a:normAutofit/>
          </a:bodyPr>
          <a:lstStyle/>
          <a:p>
            <a:r>
              <a:rPr lang="en-US" sz="1800"/>
              <a:t>I trained and compared several models RNN, LSTM, GRU, BiLSTM, and CNN-LSTM using the same dataset and preprocessing steps. The LSTM model achieved the best accuracy in predicting short-term temperature, making it the most reliable and stable choice for this project. Therefore, LSTM was selected as the final model for deployment.</a:t>
            </a:r>
          </a:p>
        </p:txBody>
      </p:sp>
      <p:graphicFrame>
        <p:nvGraphicFramePr>
          <p:cNvPr id="15" name="Table 14">
            <a:extLst>
              <a:ext uri="{FF2B5EF4-FFF2-40B4-BE49-F238E27FC236}">
                <a16:creationId xmlns:a16="http://schemas.microsoft.com/office/drawing/2014/main" id="{EB80AE2D-4BE4-1D49-4D4E-1D53E50E6295}"/>
              </a:ext>
            </a:extLst>
          </p:cNvPr>
          <p:cNvGraphicFramePr>
            <a:graphicFrameLocks noGrp="1"/>
          </p:cNvGraphicFramePr>
          <p:nvPr>
            <p:extLst>
              <p:ext uri="{D42A27DB-BD31-4B8C-83A1-F6EECF244321}">
                <p14:modId xmlns:p14="http://schemas.microsoft.com/office/powerpoint/2010/main" val="1021857623"/>
              </p:ext>
            </p:extLst>
          </p:nvPr>
        </p:nvGraphicFramePr>
        <p:xfrm>
          <a:off x="6524467" y="364142"/>
          <a:ext cx="4682391" cy="3426464"/>
        </p:xfrm>
        <a:graphic>
          <a:graphicData uri="http://schemas.openxmlformats.org/drawingml/2006/table">
            <a:tbl>
              <a:tblPr firstRow="1" bandRow="1">
                <a:noFill/>
                <a:tableStyleId>{5C22544A-7EE6-4342-B048-85BDC9FD1C3A}</a:tableStyleId>
              </a:tblPr>
              <a:tblGrid>
                <a:gridCol w="1332583">
                  <a:extLst>
                    <a:ext uri="{9D8B030D-6E8A-4147-A177-3AD203B41FA5}">
                      <a16:colId xmlns:a16="http://schemas.microsoft.com/office/drawing/2014/main" val="1549037502"/>
                    </a:ext>
                  </a:extLst>
                </a:gridCol>
                <a:gridCol w="1161698">
                  <a:extLst>
                    <a:ext uri="{9D8B030D-6E8A-4147-A177-3AD203B41FA5}">
                      <a16:colId xmlns:a16="http://schemas.microsoft.com/office/drawing/2014/main" val="1596076513"/>
                    </a:ext>
                  </a:extLst>
                </a:gridCol>
                <a:gridCol w="956634">
                  <a:extLst>
                    <a:ext uri="{9D8B030D-6E8A-4147-A177-3AD203B41FA5}">
                      <a16:colId xmlns:a16="http://schemas.microsoft.com/office/drawing/2014/main" val="2036620167"/>
                    </a:ext>
                  </a:extLst>
                </a:gridCol>
                <a:gridCol w="1231476">
                  <a:extLst>
                    <a:ext uri="{9D8B030D-6E8A-4147-A177-3AD203B41FA5}">
                      <a16:colId xmlns:a16="http://schemas.microsoft.com/office/drawing/2014/main" val="3123763588"/>
                    </a:ext>
                  </a:extLst>
                </a:gridCol>
              </a:tblGrid>
              <a:tr h="717018">
                <a:tc>
                  <a:txBody>
                    <a:bodyPr/>
                    <a:lstStyle/>
                    <a:p>
                      <a:r>
                        <a:rPr lang="en-US" sz="1400" b="1">
                          <a:solidFill>
                            <a:srgbClr val="FFFFFF"/>
                          </a:solidFill>
                        </a:rPr>
                        <a:t>Model</a:t>
                      </a:r>
                    </a:p>
                  </a:txBody>
                  <a:tcPr marL="198984" marR="119391" marT="119391" marB="119391" anchor="b">
                    <a:lnL w="38100" cap="flat" cmpd="sng" algn="ctr">
                      <a:noFill/>
                      <a:prstDash val="solid"/>
                    </a:lnL>
                    <a:lnR w="38100" cap="flat" cmpd="sng" algn="ctr">
                      <a:solidFill>
                        <a:srgbClr val="FFFFFF"/>
                      </a:solidFill>
                      <a:prstDash val="solid"/>
                    </a:lnR>
                    <a:lnT w="38100" cap="flat" cmpd="sng" algn="ctr">
                      <a:noFill/>
                      <a:prstDash val="solid"/>
                    </a:lnT>
                    <a:lnB w="38100" cap="flat" cmpd="sng" algn="ctr">
                      <a:solidFill>
                        <a:srgbClr val="FFFFFF"/>
                      </a:solidFill>
                      <a:prstDash val="solid"/>
                    </a:lnB>
                    <a:solidFill>
                      <a:srgbClr val="636B68">
                        <a:alpha val="69804"/>
                      </a:srgbClr>
                    </a:solidFill>
                  </a:tcPr>
                </a:tc>
                <a:tc>
                  <a:txBody>
                    <a:bodyPr/>
                    <a:lstStyle/>
                    <a:p>
                      <a:r>
                        <a:rPr lang="en-US" sz="1400" b="1">
                          <a:solidFill>
                            <a:srgbClr val="FFFFFF"/>
                          </a:solidFill>
                        </a:rPr>
                        <a:t>MAE(°C)</a:t>
                      </a:r>
                    </a:p>
                  </a:txBody>
                  <a:tcPr marL="198984" marR="119391" marT="119391" marB="119391" anchor="b">
                    <a:lnL w="38100" cap="flat" cmpd="sng" algn="ctr">
                      <a:solidFill>
                        <a:srgbClr val="FFFFFF"/>
                      </a:solidFill>
                      <a:prstDash val="solid"/>
                    </a:lnL>
                    <a:lnR w="38100" cap="flat" cmpd="sng" algn="ctr">
                      <a:solidFill>
                        <a:srgbClr val="FFFFFF"/>
                      </a:solidFill>
                      <a:prstDash val="solid"/>
                    </a:lnR>
                    <a:lnT w="38100" cap="flat" cmpd="sng" algn="ctr">
                      <a:noFill/>
                      <a:prstDash val="solid"/>
                    </a:lnT>
                    <a:lnB w="38100" cap="flat" cmpd="sng" algn="ctr">
                      <a:solidFill>
                        <a:srgbClr val="FFFFFF"/>
                      </a:solidFill>
                      <a:prstDash val="solid"/>
                    </a:lnB>
                    <a:solidFill>
                      <a:srgbClr val="636B68">
                        <a:alpha val="69804"/>
                      </a:srgbClr>
                    </a:solidFill>
                  </a:tcPr>
                </a:tc>
                <a:tc>
                  <a:txBody>
                    <a:bodyPr/>
                    <a:lstStyle/>
                    <a:p>
                      <a:r>
                        <a:rPr lang="en-US" sz="1400" b="1">
                          <a:solidFill>
                            <a:srgbClr val="FFFFFF"/>
                          </a:solidFill>
                        </a:rPr>
                        <a:t>RMSE (°C)</a:t>
                      </a:r>
                    </a:p>
                  </a:txBody>
                  <a:tcPr marL="198984" marR="119391" marT="119391" marB="119391" anchor="b">
                    <a:lnL w="38100" cap="flat" cmpd="sng" algn="ctr">
                      <a:solidFill>
                        <a:srgbClr val="FFFFFF"/>
                      </a:solidFill>
                      <a:prstDash val="solid"/>
                    </a:lnL>
                    <a:lnR w="38100" cap="flat" cmpd="sng" algn="ctr">
                      <a:solidFill>
                        <a:srgbClr val="FFFFFF"/>
                      </a:solidFill>
                      <a:prstDash val="solid"/>
                    </a:lnR>
                    <a:lnT w="38100" cap="flat" cmpd="sng" algn="ctr">
                      <a:noFill/>
                      <a:prstDash val="solid"/>
                    </a:lnT>
                    <a:lnB w="38100" cap="flat" cmpd="sng" algn="ctr">
                      <a:solidFill>
                        <a:srgbClr val="FFFFFF"/>
                      </a:solidFill>
                      <a:prstDash val="solid"/>
                    </a:lnB>
                    <a:solidFill>
                      <a:srgbClr val="636B68">
                        <a:alpha val="69804"/>
                      </a:srgbClr>
                    </a:solidFill>
                  </a:tcPr>
                </a:tc>
                <a:tc>
                  <a:txBody>
                    <a:bodyPr/>
                    <a:lstStyle/>
                    <a:p>
                      <a:r>
                        <a:rPr lang="en-US" sz="1400" b="1">
                          <a:solidFill>
                            <a:srgbClr val="FFFFFF"/>
                          </a:solidFill>
                        </a:rPr>
                        <a:t>R² Score </a:t>
                      </a:r>
                    </a:p>
                  </a:txBody>
                  <a:tcPr marL="198984" marR="119391" marT="119391" marB="119391" anchor="b">
                    <a:lnL w="38100" cap="flat" cmpd="sng" algn="ctr">
                      <a:solidFill>
                        <a:srgbClr val="FFFFFF"/>
                      </a:solidFill>
                      <a:prstDash val="solid"/>
                    </a:lnL>
                    <a:lnR w="38100" cap="flat" cmpd="sng" algn="ctr">
                      <a:noFill/>
                      <a:prstDash val="solid"/>
                    </a:lnR>
                    <a:lnT w="38100" cap="flat" cmpd="sng" algn="ctr">
                      <a:noFill/>
                      <a:prstDash val="solid"/>
                    </a:lnT>
                    <a:lnB w="38100" cap="flat" cmpd="sng" algn="ctr">
                      <a:solidFill>
                        <a:srgbClr val="FFFFFF"/>
                      </a:solidFill>
                      <a:prstDash val="solid"/>
                    </a:lnB>
                    <a:solidFill>
                      <a:srgbClr val="636B68">
                        <a:alpha val="69804"/>
                      </a:srgbClr>
                    </a:solidFill>
                  </a:tcPr>
                </a:tc>
                <a:extLst>
                  <a:ext uri="{0D108BD9-81ED-4DB2-BD59-A6C34878D82A}">
                    <a16:rowId xmlns:a16="http://schemas.microsoft.com/office/drawing/2014/main" val="1207754569"/>
                  </a:ext>
                </a:extLst>
              </a:tr>
              <a:tr h="498107">
                <a:tc>
                  <a:txBody>
                    <a:bodyPr/>
                    <a:lstStyle/>
                    <a:p>
                      <a:r>
                        <a:rPr lang="en-US" sz="1400" cap="none" spc="0">
                          <a:solidFill>
                            <a:schemeClr val="tx1">
                              <a:lumMod val="85000"/>
                              <a:lumOff val="15000"/>
                            </a:schemeClr>
                          </a:solidFill>
                        </a:rPr>
                        <a:t>RNN</a:t>
                      </a:r>
                    </a:p>
                  </a:txBody>
                  <a:tcPr marL="198984" marR="119391" marT="119391" marB="119391">
                    <a:lnL w="38100" cap="flat" cmpd="sng" algn="ctr">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r>
                        <a:rPr lang="en-US" sz="1400" cap="none" spc="0">
                          <a:solidFill>
                            <a:schemeClr val="tx1">
                              <a:lumMod val="85000"/>
                              <a:lumOff val="15000"/>
                            </a:schemeClr>
                          </a:solidFill>
                        </a:rPr>
                        <a:t>2.5</a:t>
                      </a:r>
                    </a:p>
                  </a:txBody>
                  <a:tcPr marL="198984" marR="119391" marT="119391" marB="119391">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r>
                        <a:rPr lang="en-US" sz="1400" cap="none" spc="0">
                          <a:solidFill>
                            <a:schemeClr val="tx1">
                              <a:lumMod val="85000"/>
                              <a:lumOff val="15000"/>
                            </a:schemeClr>
                          </a:solidFill>
                        </a:rPr>
                        <a:t>3.085</a:t>
                      </a:r>
                    </a:p>
                  </a:txBody>
                  <a:tcPr marL="198984" marR="119391" marT="119391" marB="119391">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r>
                        <a:rPr lang="en-US" sz="1400" cap="none" spc="0">
                          <a:solidFill>
                            <a:schemeClr val="tx1">
                              <a:lumMod val="85000"/>
                              <a:lumOff val="15000"/>
                            </a:schemeClr>
                          </a:solidFill>
                        </a:rPr>
                        <a:t>0.879</a:t>
                      </a:r>
                    </a:p>
                  </a:txBody>
                  <a:tcPr marL="198984" marR="119391" marT="119391" marB="119391">
                    <a:lnL w="38100" cap="flat" cmpd="sng" algn="ctr">
                      <a:solidFill>
                        <a:srgbClr val="FFFFFF"/>
                      </a:solidFill>
                      <a:prstDash val="solid"/>
                    </a:lnL>
                    <a:lnR w="38100" cap="flat" cmpd="sng" algn="ctr">
                      <a:no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extLst>
                  <a:ext uri="{0D108BD9-81ED-4DB2-BD59-A6C34878D82A}">
                    <a16:rowId xmlns:a16="http://schemas.microsoft.com/office/drawing/2014/main" val="1100514606"/>
                  </a:ext>
                </a:extLst>
              </a:tr>
              <a:tr h="498107">
                <a:tc>
                  <a:txBody>
                    <a:bodyPr/>
                    <a:lstStyle/>
                    <a:p>
                      <a:r>
                        <a:rPr lang="en-US" sz="1400" cap="none" spc="0">
                          <a:solidFill>
                            <a:schemeClr val="tx1">
                              <a:lumMod val="85000"/>
                              <a:lumOff val="15000"/>
                            </a:schemeClr>
                          </a:solidFill>
                        </a:rPr>
                        <a:t>GRU</a:t>
                      </a:r>
                    </a:p>
                  </a:txBody>
                  <a:tcPr marL="198984" marR="119391" marT="119391" marB="119391">
                    <a:lnL w="12700" cmpd="sng">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r>
                        <a:rPr lang="en-US" sz="1400" cap="none" spc="0">
                          <a:solidFill>
                            <a:schemeClr val="tx1">
                              <a:lumMod val="85000"/>
                              <a:lumOff val="15000"/>
                            </a:schemeClr>
                          </a:solidFill>
                        </a:rPr>
                        <a:t>2.9</a:t>
                      </a:r>
                    </a:p>
                  </a:txBody>
                  <a:tcPr marL="198984" marR="119391" marT="119391" marB="119391">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r>
                        <a:rPr lang="en-US" sz="1400" cap="none" spc="0">
                          <a:solidFill>
                            <a:schemeClr val="tx1">
                              <a:lumMod val="85000"/>
                              <a:lumOff val="15000"/>
                            </a:schemeClr>
                          </a:solidFill>
                        </a:rPr>
                        <a:t>3.6</a:t>
                      </a:r>
                    </a:p>
                  </a:txBody>
                  <a:tcPr marL="198984" marR="119391" marT="119391" marB="119391">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r>
                        <a:rPr lang="en-US" sz="1400" cap="none" spc="0">
                          <a:solidFill>
                            <a:schemeClr val="tx1">
                              <a:lumMod val="85000"/>
                              <a:lumOff val="15000"/>
                            </a:schemeClr>
                          </a:solidFill>
                        </a:rPr>
                        <a:t>.88</a:t>
                      </a:r>
                    </a:p>
                  </a:txBody>
                  <a:tcPr marL="198984" marR="119391" marT="119391" marB="119391">
                    <a:lnL w="38100" cap="flat" cmpd="sng" algn="ctr">
                      <a:solidFill>
                        <a:srgbClr val="FFFFFF"/>
                      </a:solidFill>
                      <a:prstDash val="solid"/>
                    </a:lnL>
                    <a:lnR w="12700" cmpd="sng">
                      <a:no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extLst>
                  <a:ext uri="{0D108BD9-81ED-4DB2-BD59-A6C34878D82A}">
                    <a16:rowId xmlns:a16="http://schemas.microsoft.com/office/drawing/2014/main" val="196849903"/>
                  </a:ext>
                </a:extLst>
              </a:tr>
              <a:tr h="498107">
                <a:tc>
                  <a:txBody>
                    <a:bodyPr/>
                    <a:lstStyle/>
                    <a:p>
                      <a:r>
                        <a:rPr lang="en-US" sz="1400" cap="none" spc="0">
                          <a:solidFill>
                            <a:schemeClr val="tx1">
                              <a:lumMod val="85000"/>
                              <a:lumOff val="15000"/>
                            </a:schemeClr>
                          </a:solidFill>
                        </a:rPr>
                        <a:t>CNN-LSTM</a:t>
                      </a:r>
                    </a:p>
                  </a:txBody>
                  <a:tcPr marL="198984" marR="119391" marT="119391" marB="119391">
                    <a:lnL w="38100" cap="flat" cmpd="sng" algn="ctr">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r>
                        <a:rPr lang="en-US" sz="1400" cap="none" spc="0">
                          <a:solidFill>
                            <a:schemeClr val="tx1">
                              <a:lumMod val="85000"/>
                              <a:lumOff val="15000"/>
                            </a:schemeClr>
                          </a:solidFill>
                        </a:rPr>
                        <a:t>2.6</a:t>
                      </a:r>
                    </a:p>
                  </a:txBody>
                  <a:tcPr marL="198984" marR="119391" marT="119391" marB="119391">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r>
                        <a:rPr lang="en-US" sz="1400" cap="none" spc="0">
                          <a:solidFill>
                            <a:schemeClr val="tx1">
                              <a:lumMod val="85000"/>
                              <a:lumOff val="15000"/>
                            </a:schemeClr>
                          </a:solidFill>
                        </a:rPr>
                        <a:t>3.243</a:t>
                      </a:r>
                    </a:p>
                  </a:txBody>
                  <a:tcPr marL="198984" marR="119391" marT="119391" marB="119391">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r>
                        <a:rPr lang="en-US" sz="1400" cap="none" spc="0">
                          <a:solidFill>
                            <a:schemeClr val="tx1">
                              <a:lumMod val="85000"/>
                              <a:lumOff val="15000"/>
                            </a:schemeClr>
                          </a:solidFill>
                        </a:rPr>
                        <a:t>0.866</a:t>
                      </a:r>
                    </a:p>
                  </a:txBody>
                  <a:tcPr marL="198984" marR="119391" marT="119391" marB="119391">
                    <a:lnL w="38100" cap="flat" cmpd="sng" algn="ctr">
                      <a:solidFill>
                        <a:srgbClr val="FFFFFF"/>
                      </a:solidFill>
                      <a:prstDash val="solid"/>
                    </a:lnL>
                    <a:lnR w="38100" cap="flat" cmpd="sng" algn="ctr">
                      <a:no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extLst>
                  <a:ext uri="{0D108BD9-81ED-4DB2-BD59-A6C34878D82A}">
                    <a16:rowId xmlns:a16="http://schemas.microsoft.com/office/drawing/2014/main" val="914225570"/>
                  </a:ext>
                </a:extLst>
              </a:tr>
              <a:tr h="498107">
                <a:tc>
                  <a:txBody>
                    <a:bodyPr/>
                    <a:lstStyle/>
                    <a:p>
                      <a:r>
                        <a:rPr lang="en-US" sz="1400" cap="none" spc="0">
                          <a:solidFill>
                            <a:schemeClr val="tx1">
                              <a:lumMod val="85000"/>
                              <a:lumOff val="15000"/>
                            </a:schemeClr>
                          </a:solidFill>
                        </a:rPr>
                        <a:t>BiLSTM</a:t>
                      </a:r>
                    </a:p>
                  </a:txBody>
                  <a:tcPr marL="198984" marR="119391" marT="119391" marB="119391">
                    <a:lnL w="12700" cmpd="sng">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r>
                        <a:rPr lang="en-US" sz="1400" cap="none" spc="0">
                          <a:solidFill>
                            <a:schemeClr val="tx1">
                              <a:lumMod val="85000"/>
                              <a:lumOff val="15000"/>
                            </a:schemeClr>
                          </a:solidFill>
                        </a:rPr>
                        <a:t>2.4</a:t>
                      </a:r>
                    </a:p>
                  </a:txBody>
                  <a:tcPr marL="198984" marR="119391" marT="119391" marB="119391">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r>
                        <a:rPr lang="en-US" sz="1400" cap="none" spc="0">
                          <a:solidFill>
                            <a:schemeClr val="tx1">
                              <a:lumMod val="85000"/>
                              <a:lumOff val="15000"/>
                            </a:schemeClr>
                          </a:solidFill>
                        </a:rPr>
                        <a:t>2.958</a:t>
                      </a:r>
                    </a:p>
                  </a:txBody>
                  <a:tcPr marL="198984" marR="119391" marT="119391" marB="119391">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r>
                        <a:rPr lang="en-US" sz="1400" cap="none" spc="0">
                          <a:solidFill>
                            <a:schemeClr val="tx1">
                              <a:lumMod val="85000"/>
                              <a:lumOff val="15000"/>
                            </a:schemeClr>
                          </a:solidFill>
                        </a:rPr>
                        <a:t>0.89</a:t>
                      </a:r>
                    </a:p>
                  </a:txBody>
                  <a:tcPr marL="198984" marR="119391" marT="119391" marB="119391">
                    <a:lnL w="38100" cap="flat" cmpd="sng" algn="ctr">
                      <a:solidFill>
                        <a:srgbClr val="FFFFFF"/>
                      </a:solidFill>
                      <a:prstDash val="solid"/>
                    </a:lnL>
                    <a:lnR w="12700" cmpd="sng">
                      <a:no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extLst>
                  <a:ext uri="{0D108BD9-81ED-4DB2-BD59-A6C34878D82A}">
                    <a16:rowId xmlns:a16="http://schemas.microsoft.com/office/drawing/2014/main" val="3432888886"/>
                  </a:ext>
                </a:extLst>
              </a:tr>
              <a:tr h="717018">
                <a:tc>
                  <a:txBody>
                    <a:bodyPr/>
                    <a:lstStyle/>
                    <a:p>
                      <a:r>
                        <a:rPr lang="en-US" sz="1400" cap="none" spc="0">
                          <a:solidFill>
                            <a:schemeClr val="tx1">
                              <a:lumMod val="85000"/>
                              <a:lumOff val="15000"/>
                            </a:schemeClr>
                          </a:solidFill>
                        </a:rPr>
                        <a:t>LSTM</a:t>
                      </a:r>
                    </a:p>
                    <a:p>
                      <a:r>
                        <a:rPr lang="en-US" sz="1400" cap="none" spc="0">
                          <a:solidFill>
                            <a:schemeClr val="tx1">
                              <a:lumMod val="85000"/>
                              <a:lumOff val="15000"/>
                            </a:schemeClr>
                          </a:solidFill>
                        </a:rPr>
                        <a:t>(Proposed)</a:t>
                      </a:r>
                    </a:p>
                  </a:txBody>
                  <a:tcPr marL="198984" marR="119391" marT="119391" marB="119391">
                    <a:lnL w="38100" cap="flat" cmpd="sng" algn="ctr">
                      <a:noFill/>
                      <a:prstDash val="solid"/>
                    </a:lnL>
                    <a:lnR w="38100" cap="flat" cmpd="sng" algn="ctr">
                      <a:solidFill>
                        <a:srgbClr val="FFFFFF"/>
                      </a:solidFill>
                      <a:prstDash val="solid"/>
                    </a:lnR>
                    <a:lnT w="38100" cap="flat" cmpd="sng" algn="ctr">
                      <a:solidFill>
                        <a:srgbClr val="FFFFFF"/>
                      </a:solidFill>
                      <a:prstDash val="solid"/>
                    </a:lnT>
                    <a:lnB w="12700" cmpd="sng">
                      <a:noFill/>
                      <a:prstDash val="solid"/>
                    </a:lnB>
                    <a:solidFill>
                      <a:srgbClr val="878E8B">
                        <a:alpha val="14902"/>
                      </a:srgbClr>
                    </a:solidFill>
                  </a:tcPr>
                </a:tc>
                <a:tc>
                  <a:txBody>
                    <a:bodyPr/>
                    <a:lstStyle/>
                    <a:p>
                      <a:r>
                        <a:rPr lang="en-US" sz="1400" cap="none" spc="0">
                          <a:solidFill>
                            <a:schemeClr val="tx1">
                              <a:lumMod val="85000"/>
                              <a:lumOff val="15000"/>
                            </a:schemeClr>
                          </a:solidFill>
                        </a:rPr>
                        <a:t>2.137</a:t>
                      </a:r>
                    </a:p>
                  </a:txBody>
                  <a:tcPr marL="198984" marR="119391" marT="119391" marB="119391">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12700" cmpd="sng">
                      <a:noFill/>
                      <a:prstDash val="solid"/>
                    </a:lnB>
                    <a:solidFill>
                      <a:srgbClr val="878E8B">
                        <a:alpha val="14902"/>
                      </a:srgbClr>
                    </a:solidFill>
                  </a:tcPr>
                </a:tc>
                <a:tc>
                  <a:txBody>
                    <a:bodyPr/>
                    <a:lstStyle/>
                    <a:p>
                      <a:r>
                        <a:rPr lang="en-US" sz="1400" cap="none" spc="0">
                          <a:solidFill>
                            <a:schemeClr val="tx1">
                              <a:lumMod val="85000"/>
                              <a:lumOff val="15000"/>
                            </a:schemeClr>
                          </a:solidFill>
                        </a:rPr>
                        <a:t>2.75</a:t>
                      </a:r>
                    </a:p>
                  </a:txBody>
                  <a:tcPr marL="198984" marR="119391" marT="119391" marB="119391">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12700" cmpd="sng">
                      <a:noFill/>
                      <a:prstDash val="solid"/>
                    </a:lnB>
                    <a:solidFill>
                      <a:srgbClr val="878E8B">
                        <a:alpha val="14902"/>
                      </a:srgbClr>
                    </a:solidFill>
                  </a:tcPr>
                </a:tc>
                <a:tc>
                  <a:txBody>
                    <a:bodyPr/>
                    <a:lstStyle/>
                    <a:p>
                      <a:r>
                        <a:rPr lang="en-US" sz="1400" cap="none" spc="0">
                          <a:solidFill>
                            <a:schemeClr val="tx1">
                              <a:lumMod val="85000"/>
                              <a:lumOff val="15000"/>
                            </a:schemeClr>
                          </a:solidFill>
                        </a:rPr>
                        <a:t>0.905</a:t>
                      </a:r>
                    </a:p>
                  </a:txBody>
                  <a:tcPr marL="198984" marR="119391" marT="119391" marB="119391">
                    <a:lnL w="38100" cap="flat" cmpd="sng" algn="ctr">
                      <a:solidFill>
                        <a:srgbClr val="FFFFFF"/>
                      </a:solidFill>
                      <a:prstDash val="solid"/>
                    </a:lnL>
                    <a:lnR w="38100" cap="flat" cmpd="sng" algn="ctr">
                      <a:noFill/>
                      <a:prstDash val="solid"/>
                    </a:lnR>
                    <a:lnT w="38100" cap="flat" cmpd="sng" algn="ctr">
                      <a:solidFill>
                        <a:srgbClr val="FFFFFF"/>
                      </a:solidFill>
                      <a:prstDash val="solid"/>
                    </a:lnT>
                    <a:lnB w="12700" cmpd="sng">
                      <a:noFill/>
                      <a:prstDash val="solid"/>
                    </a:lnB>
                    <a:solidFill>
                      <a:srgbClr val="878E8B">
                        <a:alpha val="14902"/>
                      </a:srgbClr>
                    </a:solidFill>
                  </a:tcPr>
                </a:tc>
                <a:extLst>
                  <a:ext uri="{0D108BD9-81ED-4DB2-BD59-A6C34878D82A}">
                    <a16:rowId xmlns:a16="http://schemas.microsoft.com/office/drawing/2014/main" val="3891684534"/>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757A7D7-4A8A-B77F-71E3-BA0280E20CE5}"/>
            </a:ext>
          </a:extLst>
        </p:cNvPr>
        <p:cNvGrpSpPr/>
        <p:nvPr/>
      </p:nvGrpSpPr>
      <p:grpSpPr>
        <a:xfrm>
          <a:off x="0" y="0"/>
          <a:ext cx="0" cy="0"/>
          <a:chOff x="0" y="0"/>
          <a:chExt cx="0" cy="0"/>
        </a:xfrm>
      </p:grpSpPr>
      <p:sp useBgFill="1">
        <p:nvSpPr>
          <p:cNvPr id="2349" name="Rectangle 2348">
            <a:extLst>
              <a:ext uri="{FF2B5EF4-FFF2-40B4-BE49-F238E27FC236}">
                <a16:creationId xmlns:a16="http://schemas.microsoft.com/office/drawing/2014/main" id="{B712E947-0734-45F9-9C4F-41114EC3A3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1" name="Rectangle 2350">
            <a:extLst>
              <a:ext uri="{FF2B5EF4-FFF2-40B4-BE49-F238E27FC236}">
                <a16:creationId xmlns:a16="http://schemas.microsoft.com/office/drawing/2014/main" id="{4C6B5652-C661-4C58-B937-F0F490F7FC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3" name="Rectangle 2352">
            <a:extLst>
              <a:ext uri="{FF2B5EF4-FFF2-40B4-BE49-F238E27FC236}">
                <a16:creationId xmlns:a16="http://schemas.microsoft.com/office/drawing/2014/main" id="{0B936867-6407-43FB-9DE6-1B0879D0CB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5" name="Rectangle 2354">
            <a:extLst>
              <a:ext uri="{FF2B5EF4-FFF2-40B4-BE49-F238E27FC236}">
                <a16:creationId xmlns:a16="http://schemas.microsoft.com/office/drawing/2014/main" id="{ACD0B258-678B-4A8C-894F-848AF24A19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57" name="Freeform: Shape 2356">
            <a:extLst>
              <a:ext uri="{FF2B5EF4-FFF2-40B4-BE49-F238E27FC236}">
                <a16:creationId xmlns:a16="http://schemas.microsoft.com/office/drawing/2014/main" id="{C8D58395-74AF-401A-AF2F-76B6FCF71D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359" name="Rectangle 2358">
            <a:extLst>
              <a:ext uri="{FF2B5EF4-FFF2-40B4-BE49-F238E27FC236}">
                <a16:creationId xmlns:a16="http://schemas.microsoft.com/office/drawing/2014/main" id="{2F003F3F-F118-41D2-AA3F-74DB0D1970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CB28056-C496-39BB-AEBF-D25948DB4671}"/>
              </a:ext>
            </a:extLst>
          </p:cNvPr>
          <p:cNvSpPr>
            <a:spLocks noGrp="1"/>
          </p:cNvSpPr>
          <p:nvPr>
            <p:ph type="title"/>
          </p:nvPr>
        </p:nvSpPr>
        <p:spPr>
          <a:xfrm>
            <a:off x="806825" y="457201"/>
            <a:ext cx="2844800" cy="3588870"/>
          </a:xfrm>
        </p:spPr>
        <p:txBody>
          <a:bodyPr anchor="b">
            <a:normAutofit/>
          </a:bodyPr>
          <a:lstStyle/>
          <a:p>
            <a:pPr algn="r"/>
            <a:r>
              <a:rPr lang="en-US" sz="4000">
                <a:solidFill>
                  <a:srgbClr val="FFFFFF"/>
                </a:solidFill>
              </a:rPr>
              <a:t>Model Architecture</a:t>
            </a:r>
          </a:p>
        </p:txBody>
      </p:sp>
      <p:sp>
        <p:nvSpPr>
          <p:cNvPr id="33" name="Content Placeholder 10">
            <a:extLst>
              <a:ext uri="{FF2B5EF4-FFF2-40B4-BE49-F238E27FC236}">
                <a16:creationId xmlns:a16="http://schemas.microsoft.com/office/drawing/2014/main" id="{CA63E043-ED7F-B44B-5F9F-1BD29E3A67DD}"/>
              </a:ext>
            </a:extLst>
          </p:cNvPr>
          <p:cNvSpPr>
            <a:spLocks noGrp="1"/>
          </p:cNvSpPr>
          <p:nvPr>
            <p:ph idx="1"/>
          </p:nvPr>
        </p:nvSpPr>
        <p:spPr>
          <a:xfrm>
            <a:off x="4649245" y="669363"/>
            <a:ext cx="3290579" cy="5534211"/>
          </a:xfrm>
        </p:spPr>
        <p:txBody>
          <a:bodyPr anchor="ctr">
            <a:normAutofit/>
          </a:bodyPr>
          <a:lstStyle/>
          <a:p>
            <a:pPr marL="0" indent="0">
              <a:buNone/>
            </a:pPr>
            <a:r>
              <a:rPr lang="en-US" sz="1100"/>
              <a:t>The LSTM model consists of the following layers:</a:t>
            </a:r>
          </a:p>
          <a:p>
            <a:pPr marL="457200" lvl="1" indent="0">
              <a:buNone/>
            </a:pPr>
            <a:r>
              <a:rPr lang="en-US" sz="1100" b="1"/>
              <a:t>Input Layer</a:t>
            </a:r>
            <a:r>
              <a:rPr lang="en-US" sz="1100"/>
              <a:t>:</a:t>
            </a:r>
          </a:p>
          <a:p>
            <a:pPr marL="457200" lvl="1" indent="0">
              <a:buNone/>
            </a:pPr>
            <a:r>
              <a:rPr lang="en-US" sz="1100"/>
              <a:t>Takes time-series data, where each timestep includes climate features (temperature, humidity, etc.).</a:t>
            </a:r>
          </a:p>
          <a:p>
            <a:pPr marL="457200" lvl="1" indent="0">
              <a:buNone/>
            </a:pPr>
            <a:r>
              <a:rPr lang="en-US" sz="1100" b="1"/>
              <a:t>LSTM Layer:</a:t>
            </a:r>
          </a:p>
          <a:p>
            <a:pPr marL="457200" lvl="1" indent="0">
              <a:buNone/>
            </a:pPr>
            <a:r>
              <a:rPr lang="en-US" sz="1100"/>
              <a:t>The first LSTM layer has 64 units to capture temporal dependencies in the data.</a:t>
            </a:r>
          </a:p>
          <a:p>
            <a:pPr marL="457200" lvl="1" indent="0">
              <a:buNone/>
            </a:pPr>
            <a:r>
              <a:rPr lang="en-US" sz="1100" b="1"/>
              <a:t>Dropout Layer:</a:t>
            </a:r>
          </a:p>
          <a:p>
            <a:pPr marL="457200" lvl="1" indent="0">
              <a:buNone/>
            </a:pPr>
            <a:r>
              <a:rPr lang="en-US" sz="1100"/>
              <a:t>A dropout rate of 0.3 to prevent overfitting and enhance generalization.</a:t>
            </a:r>
          </a:p>
          <a:p>
            <a:pPr marL="457200" lvl="1" indent="0">
              <a:buNone/>
            </a:pPr>
            <a:r>
              <a:rPr lang="en-US" sz="1100" b="1"/>
              <a:t>Dense Layer:</a:t>
            </a:r>
          </a:p>
          <a:p>
            <a:pPr marL="457200" lvl="1" indent="0">
              <a:buNone/>
            </a:pPr>
            <a:r>
              <a:rPr lang="en-US" sz="1100"/>
              <a:t>Contains 32 units with a ReLU activation function to learn complex patterns.</a:t>
            </a:r>
          </a:p>
          <a:p>
            <a:pPr marL="457200" lvl="1" indent="0">
              <a:buNone/>
            </a:pPr>
            <a:r>
              <a:rPr lang="en-US" sz="1100" b="1"/>
              <a:t>Output Layer:</a:t>
            </a:r>
          </a:p>
          <a:p>
            <a:pPr marL="0" indent="0">
              <a:buNone/>
            </a:pPr>
            <a:r>
              <a:rPr lang="en-US" sz="1100"/>
              <a:t>The final layer with 1 unit and a linear activation function to predict the temperature.</a:t>
            </a:r>
          </a:p>
          <a:p>
            <a:pPr marL="0" indent="0">
              <a:buNone/>
            </a:pPr>
            <a:r>
              <a:rPr lang="en-US" sz="1100"/>
              <a:t>This architecture enables the model to effectively learn short- and long-term dependencies in climate data for accurate temperature forecasting.</a:t>
            </a:r>
          </a:p>
        </p:txBody>
      </p:sp>
      <p:pic>
        <p:nvPicPr>
          <p:cNvPr id="3" name="Picture 2" descr="A diagram of a complex structure&#10;&#10;AI-generated content may be incorrect.">
            <a:extLst>
              <a:ext uri="{FF2B5EF4-FFF2-40B4-BE49-F238E27FC236}">
                <a16:creationId xmlns:a16="http://schemas.microsoft.com/office/drawing/2014/main" id="{CFAC69B6-45CE-1F95-81FD-E7086FA4C293}"/>
              </a:ext>
            </a:extLst>
          </p:cNvPr>
          <p:cNvPicPr>
            <a:picLocks noChangeAspect="1"/>
          </p:cNvPicPr>
          <p:nvPr/>
        </p:nvPicPr>
        <p:blipFill>
          <a:blip r:embed="rId2"/>
          <a:srcRect r="10851"/>
          <a:stretch>
            <a:fillRect/>
          </a:stretch>
        </p:blipFill>
        <p:spPr>
          <a:xfrm>
            <a:off x="8467859" y="1034107"/>
            <a:ext cx="2823586" cy="2114150"/>
          </a:xfrm>
          <a:prstGeom prst="rect">
            <a:avLst/>
          </a:prstGeom>
        </p:spPr>
      </p:pic>
      <p:pic>
        <p:nvPicPr>
          <p:cNvPr id="5" name="Picture 4" descr="A screenshot of a computer&#10;&#10;AI-generated content may be incorrect.">
            <a:extLst>
              <a:ext uri="{FF2B5EF4-FFF2-40B4-BE49-F238E27FC236}">
                <a16:creationId xmlns:a16="http://schemas.microsoft.com/office/drawing/2014/main" id="{E546E946-2C35-2D6F-D741-00007EBC1391}"/>
              </a:ext>
            </a:extLst>
          </p:cNvPr>
          <p:cNvPicPr>
            <a:picLocks noChangeAspect="1"/>
          </p:cNvPicPr>
          <p:nvPr/>
        </p:nvPicPr>
        <p:blipFill>
          <a:blip r:embed="rId3"/>
          <a:stretch>
            <a:fillRect/>
          </a:stretch>
        </p:blipFill>
        <p:spPr>
          <a:xfrm>
            <a:off x="8775093" y="3589863"/>
            <a:ext cx="2209118" cy="2395235"/>
          </a:xfrm>
          <a:prstGeom prst="rect">
            <a:avLst/>
          </a:prstGeom>
        </p:spPr>
      </p:pic>
    </p:spTree>
    <p:extLst>
      <p:ext uri="{BB962C8B-B14F-4D97-AF65-F5344CB8AC3E}">
        <p14:creationId xmlns:p14="http://schemas.microsoft.com/office/powerpoint/2010/main" val="9863326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D05A6F6-003D-E243-8E99-72731D451511}"/>
            </a:ext>
          </a:extLst>
        </p:cNvPr>
        <p:cNvGrpSpPr/>
        <p:nvPr/>
      </p:nvGrpSpPr>
      <p:grpSpPr>
        <a:xfrm>
          <a:off x="0" y="0"/>
          <a:ext cx="0" cy="0"/>
          <a:chOff x="0" y="0"/>
          <a:chExt cx="0" cy="0"/>
        </a:xfrm>
      </p:grpSpPr>
      <p:sp useBgFill="1">
        <p:nvSpPr>
          <p:cNvPr id="2164" name="Rectangle 2163">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165" name="Group 2164">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2166" name="Rectangle 2165">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67" name="Rectangle 2166">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68" name="Rectangle 2167">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169" name="Rectangle 2168">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B7E1DED-7E4C-A300-E8A2-2AF7F3BAC661}"/>
              </a:ext>
            </a:extLst>
          </p:cNvPr>
          <p:cNvSpPr>
            <a:spLocks noGrp="1"/>
          </p:cNvSpPr>
          <p:nvPr>
            <p:ph type="title"/>
          </p:nvPr>
        </p:nvSpPr>
        <p:spPr>
          <a:xfrm>
            <a:off x="1043631" y="809898"/>
            <a:ext cx="10173010" cy="1554480"/>
          </a:xfrm>
        </p:spPr>
        <p:txBody>
          <a:bodyPr anchor="ctr">
            <a:normAutofit/>
          </a:bodyPr>
          <a:lstStyle/>
          <a:p>
            <a:r>
              <a:rPr lang="en-US" sz="4800"/>
              <a:t>Comparison Table</a:t>
            </a:r>
          </a:p>
        </p:txBody>
      </p:sp>
      <p:cxnSp>
        <p:nvCxnSpPr>
          <p:cNvPr id="2170" name="Straight Connector 2169">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2123" name="Content Placeholder 9">
            <a:extLst>
              <a:ext uri="{FF2B5EF4-FFF2-40B4-BE49-F238E27FC236}">
                <a16:creationId xmlns:a16="http://schemas.microsoft.com/office/drawing/2014/main" id="{FE1D3FAF-8C63-425D-4D6E-304B36F29751}"/>
              </a:ext>
            </a:extLst>
          </p:cNvPr>
          <p:cNvGraphicFramePr>
            <a:graphicFrameLocks noGrp="1"/>
          </p:cNvGraphicFramePr>
          <p:nvPr>
            <p:ph idx="1"/>
            <p:extLst>
              <p:ext uri="{D42A27DB-BD31-4B8C-83A1-F6EECF244321}">
                <p14:modId xmlns:p14="http://schemas.microsoft.com/office/powerpoint/2010/main" val="3556401060"/>
              </p:ext>
            </p:extLst>
          </p:nvPr>
        </p:nvGraphicFramePr>
        <p:xfrm>
          <a:off x="1090224" y="3017519"/>
          <a:ext cx="10007199" cy="3209904"/>
        </p:xfrm>
        <a:graphic>
          <a:graphicData uri="http://schemas.openxmlformats.org/drawingml/2006/table">
            <a:tbl>
              <a:tblPr firstRow="1" bandRow="1">
                <a:noFill/>
                <a:tableStyleId>{5C22544A-7EE6-4342-B048-85BDC9FD1C3A}</a:tableStyleId>
              </a:tblPr>
              <a:tblGrid>
                <a:gridCol w="2324388">
                  <a:extLst>
                    <a:ext uri="{9D8B030D-6E8A-4147-A177-3AD203B41FA5}">
                      <a16:colId xmlns:a16="http://schemas.microsoft.com/office/drawing/2014/main" val="2936875509"/>
                    </a:ext>
                  </a:extLst>
                </a:gridCol>
                <a:gridCol w="1632632">
                  <a:extLst>
                    <a:ext uri="{9D8B030D-6E8A-4147-A177-3AD203B41FA5}">
                      <a16:colId xmlns:a16="http://schemas.microsoft.com/office/drawing/2014/main" val="2545901892"/>
                    </a:ext>
                  </a:extLst>
                </a:gridCol>
                <a:gridCol w="2346711">
                  <a:extLst>
                    <a:ext uri="{9D8B030D-6E8A-4147-A177-3AD203B41FA5}">
                      <a16:colId xmlns:a16="http://schemas.microsoft.com/office/drawing/2014/main" val="1804261931"/>
                    </a:ext>
                  </a:extLst>
                </a:gridCol>
                <a:gridCol w="2063573">
                  <a:extLst>
                    <a:ext uri="{9D8B030D-6E8A-4147-A177-3AD203B41FA5}">
                      <a16:colId xmlns:a16="http://schemas.microsoft.com/office/drawing/2014/main" val="2045613566"/>
                    </a:ext>
                  </a:extLst>
                </a:gridCol>
                <a:gridCol w="1639895">
                  <a:extLst>
                    <a:ext uri="{9D8B030D-6E8A-4147-A177-3AD203B41FA5}">
                      <a16:colId xmlns:a16="http://schemas.microsoft.com/office/drawing/2014/main" val="1456928335"/>
                    </a:ext>
                  </a:extLst>
                </a:gridCol>
              </a:tblGrid>
              <a:tr h="529261">
                <a:tc>
                  <a:txBody>
                    <a:bodyPr/>
                    <a:lstStyle/>
                    <a:p>
                      <a:r>
                        <a:rPr lang="en-US" sz="1100" b="0" kern="1200" cap="all" spc="150">
                          <a:solidFill>
                            <a:schemeClr val="lt1"/>
                          </a:solidFill>
                          <a:effectLst/>
                          <a:latin typeface="+mn-lt"/>
                          <a:ea typeface="+mn-ea"/>
                          <a:cs typeface="+mn-cs"/>
                        </a:rPr>
                        <a:t>Author </a:t>
                      </a:r>
                      <a:endParaRPr lang="en-US" sz="1100" b="0" cap="all" spc="150">
                        <a:solidFill>
                          <a:schemeClr val="lt1"/>
                        </a:solidFill>
                      </a:endParaRPr>
                    </a:p>
                    <a:p>
                      <a:r>
                        <a:rPr lang="en-US" sz="1100" b="0" kern="1200" cap="all" spc="150">
                          <a:solidFill>
                            <a:schemeClr val="lt1"/>
                          </a:solidFill>
                          <a:effectLst/>
                          <a:latin typeface="+mn-lt"/>
                          <a:ea typeface="+mn-ea"/>
                          <a:cs typeface="+mn-cs"/>
                        </a:rPr>
                        <a:t>(Year)</a:t>
                      </a:r>
                      <a:endParaRPr lang="en-US" sz="1100" b="0" cap="all" spc="150">
                        <a:solidFill>
                          <a:schemeClr val="lt1"/>
                        </a:solidFill>
                      </a:endParaRPr>
                    </a:p>
                  </a:txBody>
                  <a:tcPr marL="90903" marR="90903" marT="90903" marB="90903">
                    <a:lnL w="12700" cmpd="sng">
                      <a:noFill/>
                      <a:prstDash val="solid"/>
                    </a:lnL>
                    <a:lnR w="12700" cmpd="sng">
                      <a:noFill/>
                      <a:prstDash val="solid"/>
                    </a:lnR>
                    <a:lnT w="12700" cmpd="sng">
                      <a:noFill/>
                    </a:lnT>
                    <a:lnB w="12700" cmpd="sng">
                      <a:noFill/>
                      <a:prstDash val="solid"/>
                    </a:lnB>
                    <a:solidFill>
                      <a:srgbClr val="505356"/>
                    </a:solidFill>
                  </a:tcPr>
                </a:tc>
                <a:tc>
                  <a:txBody>
                    <a:bodyPr/>
                    <a:lstStyle/>
                    <a:p>
                      <a:r>
                        <a:rPr lang="en-US" sz="1100" b="0" kern="1200" cap="all" spc="150">
                          <a:solidFill>
                            <a:schemeClr val="lt1"/>
                          </a:solidFill>
                          <a:effectLst/>
                          <a:latin typeface="+mn-lt"/>
                          <a:ea typeface="+mn-ea"/>
                          <a:cs typeface="+mn-cs"/>
                        </a:rPr>
                        <a:t>Model </a:t>
                      </a:r>
                      <a:endParaRPr lang="en-US" sz="1100" b="0" cap="all" spc="150">
                        <a:solidFill>
                          <a:schemeClr val="lt1"/>
                        </a:solidFill>
                      </a:endParaRPr>
                    </a:p>
                    <a:p>
                      <a:r>
                        <a:rPr lang="en-US" sz="1100" b="0" kern="1200" cap="all" spc="150">
                          <a:solidFill>
                            <a:schemeClr val="lt1"/>
                          </a:solidFill>
                          <a:effectLst/>
                          <a:latin typeface="+mn-lt"/>
                          <a:ea typeface="+mn-ea"/>
                          <a:cs typeface="+mn-cs"/>
                        </a:rPr>
                        <a:t>Used</a:t>
                      </a:r>
                      <a:endParaRPr lang="en-US" sz="1100" b="0" cap="all" spc="150">
                        <a:solidFill>
                          <a:schemeClr val="lt1"/>
                        </a:solidFill>
                      </a:endParaRPr>
                    </a:p>
                  </a:txBody>
                  <a:tcPr marL="90903" marR="90903" marT="90903" marB="90903">
                    <a:lnL w="12700" cmpd="sng">
                      <a:noFill/>
                      <a:prstDash val="solid"/>
                    </a:lnL>
                    <a:lnR w="12700" cmpd="sng">
                      <a:noFill/>
                      <a:prstDash val="solid"/>
                    </a:lnR>
                    <a:lnT w="12700" cmpd="sng">
                      <a:noFill/>
                    </a:lnT>
                    <a:lnB w="12700" cmpd="sng">
                      <a:noFill/>
                      <a:prstDash val="solid"/>
                    </a:lnB>
                    <a:solidFill>
                      <a:srgbClr val="505356"/>
                    </a:solidFill>
                  </a:tcPr>
                </a:tc>
                <a:tc>
                  <a:txBody>
                    <a:bodyPr/>
                    <a:lstStyle/>
                    <a:p>
                      <a:r>
                        <a:rPr lang="en-US" sz="1100" b="0" kern="1200" cap="all" spc="150">
                          <a:solidFill>
                            <a:schemeClr val="lt1"/>
                          </a:solidFill>
                          <a:effectLst/>
                          <a:latin typeface="+mn-lt"/>
                          <a:ea typeface="+mn-ea"/>
                          <a:cs typeface="+mn-cs"/>
                        </a:rPr>
                        <a:t>Dataset Type</a:t>
                      </a:r>
                      <a:endParaRPr lang="en-US" sz="1100" b="0" cap="all" spc="150">
                        <a:solidFill>
                          <a:schemeClr val="lt1"/>
                        </a:solidFill>
                      </a:endParaRPr>
                    </a:p>
                  </a:txBody>
                  <a:tcPr marL="90903" marR="90903" marT="90903" marB="90903">
                    <a:lnL w="12700" cmpd="sng">
                      <a:noFill/>
                      <a:prstDash val="solid"/>
                    </a:lnL>
                    <a:lnR w="12700" cmpd="sng">
                      <a:noFill/>
                      <a:prstDash val="solid"/>
                    </a:lnR>
                    <a:lnT w="12700" cmpd="sng">
                      <a:noFill/>
                    </a:lnT>
                    <a:lnB w="12700" cmpd="sng">
                      <a:noFill/>
                      <a:prstDash val="solid"/>
                    </a:lnB>
                    <a:solidFill>
                      <a:srgbClr val="505356"/>
                    </a:solidFill>
                  </a:tcPr>
                </a:tc>
                <a:tc>
                  <a:txBody>
                    <a:bodyPr/>
                    <a:lstStyle/>
                    <a:p>
                      <a:r>
                        <a:rPr lang="en-US" sz="1100" b="0" kern="1200" cap="all" spc="150">
                          <a:solidFill>
                            <a:schemeClr val="lt1"/>
                          </a:solidFill>
                          <a:effectLst/>
                          <a:latin typeface="+mn-lt"/>
                          <a:ea typeface="+mn-ea"/>
                          <a:cs typeface="+mn-cs"/>
                        </a:rPr>
                        <a:t>Target </a:t>
                      </a:r>
                      <a:endParaRPr lang="en-US" sz="1100" b="0" cap="all" spc="150">
                        <a:solidFill>
                          <a:schemeClr val="lt1"/>
                        </a:solidFill>
                      </a:endParaRPr>
                    </a:p>
                    <a:p>
                      <a:r>
                        <a:rPr lang="en-US" sz="1100" b="0" kern="1200" cap="all" spc="150">
                          <a:solidFill>
                            <a:schemeClr val="lt1"/>
                          </a:solidFill>
                          <a:effectLst/>
                          <a:latin typeface="+mn-lt"/>
                          <a:ea typeface="+mn-ea"/>
                          <a:cs typeface="+mn-cs"/>
                        </a:rPr>
                        <a:t>Variable</a:t>
                      </a:r>
                      <a:endParaRPr lang="en-US" sz="1100" b="0" cap="all" spc="150">
                        <a:solidFill>
                          <a:schemeClr val="lt1"/>
                        </a:solidFill>
                      </a:endParaRPr>
                    </a:p>
                  </a:txBody>
                  <a:tcPr marL="90903" marR="90903" marT="90903" marB="90903">
                    <a:lnL w="12700" cmpd="sng">
                      <a:noFill/>
                      <a:prstDash val="solid"/>
                    </a:lnL>
                    <a:lnR w="12700" cmpd="sng">
                      <a:noFill/>
                      <a:prstDash val="solid"/>
                    </a:lnR>
                    <a:lnT w="12700" cmpd="sng">
                      <a:noFill/>
                    </a:lnT>
                    <a:lnB w="12700" cmpd="sng">
                      <a:noFill/>
                      <a:prstDash val="solid"/>
                    </a:lnB>
                    <a:solidFill>
                      <a:srgbClr val="505356"/>
                    </a:solidFill>
                  </a:tcPr>
                </a:tc>
                <a:tc>
                  <a:txBody>
                    <a:bodyPr/>
                    <a:lstStyle/>
                    <a:p>
                      <a:r>
                        <a:rPr lang="en-US" sz="1100" b="0" kern="1200" cap="all" spc="150">
                          <a:solidFill>
                            <a:schemeClr val="lt1"/>
                          </a:solidFill>
                          <a:effectLst/>
                          <a:latin typeface="+mn-lt"/>
                          <a:ea typeface="+mn-ea"/>
                          <a:cs typeface="+mn-cs"/>
                        </a:rPr>
                        <a:t>Accuracy (%)</a:t>
                      </a:r>
                      <a:endParaRPr lang="en-US" sz="1100" b="0" cap="all" spc="150">
                        <a:solidFill>
                          <a:schemeClr val="lt1"/>
                        </a:solidFill>
                      </a:endParaRPr>
                    </a:p>
                  </a:txBody>
                  <a:tcPr marL="90903" marR="90903" marT="90903" marB="90903">
                    <a:lnL w="12700" cmpd="sng">
                      <a:noFill/>
                      <a:prstDash val="solid"/>
                    </a:lnL>
                    <a:lnR w="12700" cmpd="sng">
                      <a:noFill/>
                      <a:prstDash val="solid"/>
                    </a:lnR>
                    <a:lnT w="12700" cmpd="sng">
                      <a:noFill/>
                    </a:lnT>
                    <a:lnB w="12700" cmpd="sng">
                      <a:noFill/>
                      <a:prstDash val="solid"/>
                    </a:lnB>
                    <a:solidFill>
                      <a:srgbClr val="505356"/>
                    </a:solidFill>
                  </a:tcPr>
                </a:tc>
                <a:extLst>
                  <a:ext uri="{0D108BD9-81ED-4DB2-BD59-A6C34878D82A}">
                    <a16:rowId xmlns:a16="http://schemas.microsoft.com/office/drawing/2014/main" val="3246368285"/>
                  </a:ext>
                </a:extLst>
              </a:tr>
              <a:tr h="468658">
                <a:tc>
                  <a:txBody>
                    <a:bodyPr/>
                    <a:lstStyle/>
                    <a:p>
                      <a:r>
                        <a:rPr lang="en-US" sz="900" b="1" kern="1200" cap="none" spc="0">
                          <a:solidFill>
                            <a:schemeClr val="tx1"/>
                          </a:solidFill>
                          <a:effectLst/>
                          <a:latin typeface="+mn-lt"/>
                          <a:ea typeface="+mn-ea"/>
                          <a:cs typeface="+mn-cs"/>
                        </a:rPr>
                        <a:t>Zhang et al. (2021)</a:t>
                      </a:r>
                      <a:endParaRPr lang="en-US" sz="900" cap="none" spc="0">
                        <a:solidFill>
                          <a:schemeClr val="tx1"/>
                        </a:solidFill>
                      </a:endParaRPr>
                    </a:p>
                  </a:txBody>
                  <a:tcPr marL="90903" marR="90903" marT="90903" marB="90903">
                    <a:lnL w="12700" cmpd="sng">
                      <a:noFill/>
                      <a:prstDash val="solid"/>
                    </a:lnL>
                    <a:lnR w="12700" cmpd="sng">
                      <a:noFill/>
                      <a:prstDash val="solid"/>
                    </a:lnR>
                    <a:lnT w="12700" cmpd="sng">
                      <a:noFill/>
                      <a:prstDash val="solid"/>
                    </a:lnT>
                    <a:lnB w="12700" cmpd="sng">
                      <a:noFill/>
                      <a:prstDash val="solid"/>
                    </a:lnB>
                    <a:noFill/>
                  </a:tcPr>
                </a:tc>
                <a:tc>
                  <a:txBody>
                    <a:bodyPr/>
                    <a:lstStyle/>
                    <a:p>
                      <a:r>
                        <a:rPr lang="en-US" sz="900" kern="1200" cap="none" spc="0">
                          <a:solidFill>
                            <a:schemeClr val="tx1"/>
                          </a:solidFill>
                          <a:effectLst/>
                          <a:latin typeface="+mn-lt"/>
                          <a:ea typeface="+mn-ea"/>
                          <a:cs typeface="+mn-cs"/>
                        </a:rPr>
                        <a:t>CNN–LS TM</a:t>
                      </a:r>
                      <a:endParaRPr lang="en-US" sz="900" cap="none" spc="0">
                        <a:solidFill>
                          <a:schemeClr val="tx1"/>
                        </a:solidFill>
                      </a:endParaRPr>
                    </a:p>
                  </a:txBody>
                  <a:tcPr marL="90903" marR="90903" marT="90903" marB="90903">
                    <a:lnL w="12700" cmpd="sng">
                      <a:noFill/>
                      <a:prstDash val="solid"/>
                    </a:lnL>
                    <a:lnR w="12700" cmpd="sng">
                      <a:noFill/>
                      <a:prstDash val="solid"/>
                    </a:lnR>
                    <a:lnT w="12700" cmpd="sng">
                      <a:noFill/>
                      <a:prstDash val="solid"/>
                    </a:lnT>
                    <a:lnB w="12700" cmpd="sng">
                      <a:noFill/>
                      <a:prstDash val="solid"/>
                    </a:lnB>
                    <a:noFill/>
                  </a:tcPr>
                </a:tc>
                <a:tc>
                  <a:txBody>
                    <a:bodyPr/>
                    <a:lstStyle/>
                    <a:p>
                      <a:r>
                        <a:rPr lang="en-US" sz="900" kern="1200" cap="none" spc="0">
                          <a:solidFill>
                            <a:schemeClr val="tx1"/>
                          </a:solidFill>
                          <a:effectLst/>
                          <a:latin typeface="+mn-lt"/>
                          <a:ea typeface="+mn-ea"/>
                          <a:cs typeface="+mn-cs"/>
                        </a:rPr>
                        <a:t>Satellite + ground </a:t>
                      </a:r>
                    </a:p>
                    <a:p>
                      <a:r>
                        <a:rPr lang="en-US" sz="900" kern="1200" cap="none" spc="0">
                          <a:solidFill>
                            <a:schemeClr val="tx1"/>
                          </a:solidFill>
                          <a:effectLst/>
                          <a:latin typeface="+mn-lt"/>
                          <a:ea typeface="+mn-ea"/>
                          <a:cs typeface="+mn-cs"/>
                        </a:rPr>
                        <a:t> Sensors</a:t>
                      </a:r>
                      <a:endParaRPr lang="en-US" sz="900" cap="none" spc="0">
                        <a:solidFill>
                          <a:schemeClr val="tx1"/>
                        </a:solidFill>
                      </a:endParaRPr>
                    </a:p>
                  </a:txBody>
                  <a:tcPr marL="90903" marR="90903" marT="90903" marB="90903">
                    <a:lnL w="12700" cmpd="sng">
                      <a:noFill/>
                      <a:prstDash val="solid"/>
                    </a:lnL>
                    <a:lnR w="12700" cmpd="sng">
                      <a:noFill/>
                      <a:prstDash val="solid"/>
                    </a:lnR>
                    <a:lnT w="12700" cmpd="sng">
                      <a:noFill/>
                      <a:prstDash val="solid"/>
                    </a:lnT>
                    <a:lnB w="12700" cmpd="sng">
                      <a:noFill/>
                      <a:prstDash val="solid"/>
                    </a:lnB>
                    <a:noFill/>
                  </a:tcPr>
                </a:tc>
                <a:tc>
                  <a:txBody>
                    <a:bodyPr/>
                    <a:lstStyle/>
                    <a:p>
                      <a:r>
                        <a:rPr lang="en-US" sz="900" kern="1200" cap="none" spc="0">
                          <a:solidFill>
                            <a:schemeClr val="tx1"/>
                          </a:solidFill>
                          <a:effectLst/>
                          <a:latin typeface="+mn-lt"/>
                          <a:ea typeface="+mn-ea"/>
                          <a:cs typeface="+mn-cs"/>
                        </a:rPr>
                        <a:t>Rainfall</a:t>
                      </a:r>
                      <a:endParaRPr lang="en-US" sz="900" cap="none" spc="0">
                        <a:solidFill>
                          <a:schemeClr val="tx1"/>
                        </a:solidFill>
                      </a:endParaRPr>
                    </a:p>
                  </a:txBody>
                  <a:tcPr marL="90903" marR="90903" marT="90903" marB="90903">
                    <a:lnL w="12700" cmpd="sng">
                      <a:noFill/>
                      <a:prstDash val="solid"/>
                    </a:lnL>
                    <a:lnR w="12700" cmpd="sng">
                      <a:noFill/>
                      <a:prstDash val="solid"/>
                    </a:lnR>
                    <a:lnT w="12700" cmpd="sng">
                      <a:noFill/>
                      <a:prstDash val="solid"/>
                    </a:lnT>
                    <a:lnB w="12700" cmpd="sng">
                      <a:noFill/>
                      <a:prstDash val="solid"/>
                    </a:lnB>
                    <a:noFill/>
                  </a:tcPr>
                </a:tc>
                <a:tc>
                  <a:txBody>
                    <a:bodyPr/>
                    <a:lstStyle/>
                    <a:p>
                      <a:r>
                        <a:rPr lang="en-US" sz="900" kern="1200" cap="none" spc="0">
                          <a:solidFill>
                            <a:schemeClr val="tx1"/>
                          </a:solidFill>
                          <a:effectLst/>
                          <a:latin typeface="+mn-lt"/>
                          <a:ea typeface="+mn-ea"/>
                          <a:cs typeface="+mn-cs"/>
                        </a:rPr>
                        <a:t>86.5</a:t>
                      </a:r>
                      <a:endParaRPr lang="en-US" sz="900" cap="none" spc="0">
                        <a:solidFill>
                          <a:schemeClr val="tx1"/>
                        </a:solidFill>
                      </a:endParaRPr>
                    </a:p>
                  </a:txBody>
                  <a:tcPr marL="90903" marR="90903" marT="90903" marB="90903">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4265747185"/>
                  </a:ext>
                </a:extLst>
              </a:tr>
              <a:tr h="468658">
                <a:tc>
                  <a:txBody>
                    <a:bodyPr/>
                    <a:lstStyle/>
                    <a:p>
                      <a:r>
                        <a:rPr lang="en-US" sz="900" b="1" kern="1200" cap="none" spc="0">
                          <a:solidFill>
                            <a:schemeClr val="tx1"/>
                          </a:solidFill>
                          <a:effectLst/>
                          <a:latin typeface="+mn-lt"/>
                          <a:ea typeface="+mn-ea"/>
                          <a:cs typeface="+mn-cs"/>
                        </a:rPr>
                        <a:t>Rahman et al. (2022)</a:t>
                      </a:r>
                      <a:endParaRPr lang="en-US" sz="900" cap="none" spc="0">
                        <a:solidFill>
                          <a:schemeClr val="tx1"/>
                        </a:solidFill>
                      </a:endParaRPr>
                    </a:p>
                  </a:txBody>
                  <a:tcPr marL="90903" marR="90903" marT="90903" marB="90903">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tc>
                  <a:txBody>
                    <a:bodyPr/>
                    <a:lstStyle/>
                    <a:p>
                      <a:r>
                        <a:rPr lang="en-US" sz="900" cap="none" spc="0">
                          <a:solidFill>
                            <a:schemeClr val="tx1"/>
                          </a:solidFill>
                        </a:rPr>
                        <a:t>GRU</a:t>
                      </a:r>
                    </a:p>
                  </a:txBody>
                  <a:tcPr marL="90903" marR="90903" marT="90903" marB="90903">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tc>
                  <a:txBody>
                    <a:bodyPr/>
                    <a:lstStyle/>
                    <a:p>
                      <a:r>
                        <a:rPr lang="en-US" sz="900" kern="1200" cap="none" spc="0">
                          <a:solidFill>
                            <a:schemeClr val="tx1"/>
                          </a:solidFill>
                          <a:effectLst/>
                          <a:latin typeface="+mn-lt"/>
                          <a:ea typeface="+mn-ea"/>
                          <a:cs typeface="+mn-cs"/>
                        </a:rPr>
                        <a:t>Regional climate </a:t>
                      </a:r>
                    </a:p>
                    <a:p>
                      <a:r>
                        <a:rPr lang="en-US" sz="900" kern="1200" cap="none" spc="0">
                          <a:solidFill>
                            <a:schemeClr val="tx1"/>
                          </a:solidFill>
                          <a:effectLst/>
                          <a:latin typeface="+mn-lt"/>
                          <a:ea typeface="+mn-ea"/>
                          <a:cs typeface="+mn-cs"/>
                        </a:rPr>
                        <a:t> dataset</a:t>
                      </a:r>
                      <a:endParaRPr lang="en-US" sz="900" cap="none" spc="0">
                        <a:solidFill>
                          <a:schemeClr val="tx1"/>
                        </a:solidFill>
                      </a:endParaRPr>
                    </a:p>
                  </a:txBody>
                  <a:tcPr marL="90903" marR="90903" marT="90903" marB="90903">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tc>
                  <a:txBody>
                    <a:bodyPr/>
                    <a:lstStyle/>
                    <a:p>
                      <a:r>
                        <a:rPr lang="en-US" sz="900" kern="1200" cap="none" spc="0">
                          <a:solidFill>
                            <a:schemeClr val="tx1"/>
                          </a:solidFill>
                          <a:effectLst/>
                          <a:latin typeface="+mn-lt"/>
                          <a:ea typeface="+mn-ea"/>
                          <a:cs typeface="+mn-cs"/>
                        </a:rPr>
                        <a:t>Humidity</a:t>
                      </a:r>
                      <a:endParaRPr lang="en-US" sz="900" cap="none" spc="0">
                        <a:solidFill>
                          <a:schemeClr val="tx1"/>
                        </a:solidFill>
                      </a:endParaRPr>
                    </a:p>
                  </a:txBody>
                  <a:tcPr marL="90903" marR="90903" marT="90903" marB="90903">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tc>
                  <a:txBody>
                    <a:bodyPr/>
                    <a:lstStyle/>
                    <a:p>
                      <a:r>
                        <a:rPr lang="en-US" sz="900" kern="1200" cap="none" spc="0">
                          <a:solidFill>
                            <a:schemeClr val="tx1"/>
                          </a:solidFill>
                          <a:effectLst/>
                          <a:latin typeface="+mn-lt"/>
                          <a:ea typeface="+mn-ea"/>
                          <a:cs typeface="+mn-cs"/>
                        </a:rPr>
                        <a:t>87.2</a:t>
                      </a:r>
                      <a:endParaRPr lang="en-US" sz="900" cap="none" spc="0">
                        <a:solidFill>
                          <a:schemeClr val="tx1"/>
                        </a:solidFill>
                      </a:endParaRPr>
                    </a:p>
                  </a:txBody>
                  <a:tcPr marL="90903" marR="90903" marT="90903" marB="90903">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extLst>
                  <a:ext uri="{0D108BD9-81ED-4DB2-BD59-A6C34878D82A}">
                    <a16:rowId xmlns:a16="http://schemas.microsoft.com/office/drawing/2014/main" val="3806300449"/>
                  </a:ext>
                </a:extLst>
              </a:tr>
              <a:tr h="468658">
                <a:tc>
                  <a:txBody>
                    <a:bodyPr/>
                    <a:lstStyle/>
                    <a:p>
                      <a:r>
                        <a:rPr lang="en-US" sz="900" b="1" kern="1200" cap="none" spc="0">
                          <a:solidFill>
                            <a:schemeClr val="tx1"/>
                          </a:solidFill>
                          <a:effectLst/>
                          <a:latin typeface="+mn-lt"/>
                          <a:ea typeface="+mn-ea"/>
                          <a:cs typeface="+mn-cs"/>
                        </a:rPr>
                        <a:t>Li et al. </a:t>
                      </a:r>
                      <a:r>
                        <a:rPr lang="en-US" sz="900" b="0" kern="1200" cap="none" spc="0">
                          <a:solidFill>
                            <a:schemeClr val="tx1"/>
                          </a:solidFill>
                          <a:effectLst/>
                          <a:latin typeface="+mn-lt"/>
                          <a:ea typeface="+mn-ea"/>
                          <a:cs typeface="+mn-cs"/>
                        </a:rPr>
                        <a:t> </a:t>
                      </a:r>
                      <a:r>
                        <a:rPr lang="en-US" sz="900" b="1" kern="1200" cap="none" spc="0">
                          <a:solidFill>
                            <a:schemeClr val="tx1"/>
                          </a:solidFill>
                          <a:effectLst/>
                          <a:latin typeface="+mn-lt"/>
                          <a:ea typeface="+mn-ea"/>
                          <a:cs typeface="+mn-cs"/>
                        </a:rPr>
                        <a:t>(2023)</a:t>
                      </a:r>
                      <a:endParaRPr lang="en-US" sz="900" cap="none" spc="0">
                        <a:solidFill>
                          <a:schemeClr val="tx1"/>
                        </a:solidFill>
                      </a:endParaRPr>
                    </a:p>
                  </a:txBody>
                  <a:tcPr marL="90903" marR="90903" marT="90903" marB="90903">
                    <a:lnL w="12700" cmpd="sng">
                      <a:noFill/>
                      <a:prstDash val="solid"/>
                    </a:lnL>
                    <a:lnR w="12700" cmpd="sng">
                      <a:noFill/>
                      <a:prstDash val="solid"/>
                    </a:lnR>
                    <a:lnT w="12700" cmpd="sng">
                      <a:noFill/>
                      <a:prstDash val="solid"/>
                    </a:lnT>
                    <a:lnB w="12700" cmpd="sng">
                      <a:noFill/>
                      <a:prstDash val="solid"/>
                    </a:lnB>
                    <a:noFill/>
                  </a:tcPr>
                </a:tc>
                <a:tc>
                  <a:txBody>
                    <a:bodyPr/>
                    <a:lstStyle/>
                    <a:p>
                      <a:r>
                        <a:rPr lang="en-US" sz="900" kern="1200" cap="none" spc="0">
                          <a:solidFill>
                            <a:schemeClr val="tx1"/>
                          </a:solidFill>
                          <a:effectLst/>
                          <a:latin typeface="+mn-lt"/>
                          <a:ea typeface="+mn-ea"/>
                          <a:cs typeface="+mn-cs"/>
                        </a:rPr>
                        <a:t>BiLSTM</a:t>
                      </a:r>
                      <a:endParaRPr lang="en-US" sz="900" cap="none" spc="0">
                        <a:solidFill>
                          <a:schemeClr val="tx1"/>
                        </a:solidFill>
                      </a:endParaRPr>
                    </a:p>
                  </a:txBody>
                  <a:tcPr marL="90903" marR="90903" marT="90903" marB="90903">
                    <a:lnL w="12700" cmpd="sng">
                      <a:noFill/>
                      <a:prstDash val="solid"/>
                    </a:lnL>
                    <a:lnR w="12700" cmpd="sng">
                      <a:noFill/>
                      <a:prstDash val="solid"/>
                    </a:lnR>
                    <a:lnT w="12700" cmpd="sng">
                      <a:noFill/>
                      <a:prstDash val="solid"/>
                    </a:lnT>
                    <a:lnB w="12700" cmpd="sng">
                      <a:noFill/>
                      <a:prstDash val="solid"/>
                    </a:lnB>
                    <a:noFill/>
                  </a:tcPr>
                </a:tc>
                <a:tc>
                  <a:txBody>
                    <a:bodyPr/>
                    <a:lstStyle/>
                    <a:p>
                      <a:r>
                        <a:rPr lang="en-US" sz="900" kern="1200" cap="none" spc="0">
                          <a:solidFill>
                            <a:schemeClr val="tx1"/>
                          </a:solidFill>
                          <a:effectLst/>
                          <a:latin typeface="+mn-lt"/>
                          <a:ea typeface="+mn-ea"/>
                          <a:cs typeface="+mn-cs"/>
                        </a:rPr>
                        <a:t>Time-series </a:t>
                      </a:r>
                    </a:p>
                    <a:p>
                      <a:r>
                        <a:rPr lang="en-US" sz="900" kern="1200" cap="none" spc="0">
                          <a:solidFill>
                            <a:schemeClr val="tx1"/>
                          </a:solidFill>
                          <a:effectLst/>
                          <a:latin typeface="+mn-lt"/>
                          <a:ea typeface="+mn-ea"/>
                          <a:cs typeface="+mn-cs"/>
                        </a:rPr>
                        <a:t>dataset</a:t>
                      </a:r>
                      <a:endParaRPr lang="en-US" sz="900" cap="none" spc="0">
                        <a:solidFill>
                          <a:schemeClr val="tx1"/>
                        </a:solidFill>
                      </a:endParaRPr>
                    </a:p>
                  </a:txBody>
                  <a:tcPr marL="90903" marR="90903" marT="90903" marB="90903">
                    <a:lnL w="12700" cmpd="sng">
                      <a:noFill/>
                      <a:prstDash val="solid"/>
                    </a:lnL>
                    <a:lnR w="12700" cmpd="sng">
                      <a:noFill/>
                      <a:prstDash val="solid"/>
                    </a:lnR>
                    <a:lnT w="12700" cmpd="sng">
                      <a:noFill/>
                      <a:prstDash val="solid"/>
                    </a:lnT>
                    <a:lnB w="12700" cmpd="sng">
                      <a:noFill/>
                      <a:prstDash val="solid"/>
                    </a:lnB>
                    <a:noFill/>
                  </a:tcPr>
                </a:tc>
                <a:tc>
                  <a:txBody>
                    <a:bodyPr/>
                    <a:lstStyle/>
                    <a:p>
                      <a:r>
                        <a:rPr lang="en-US" sz="900" kern="1200" cap="none" spc="0">
                          <a:solidFill>
                            <a:schemeClr val="tx1"/>
                          </a:solidFill>
                          <a:effectLst/>
                          <a:latin typeface="+mn-lt"/>
                          <a:ea typeface="+mn-ea"/>
                          <a:cs typeface="+mn-cs"/>
                        </a:rPr>
                        <a:t>Wind speed</a:t>
                      </a:r>
                      <a:endParaRPr lang="en-US" sz="900" cap="none" spc="0">
                        <a:solidFill>
                          <a:schemeClr val="tx1"/>
                        </a:solidFill>
                      </a:endParaRPr>
                    </a:p>
                  </a:txBody>
                  <a:tcPr marL="90903" marR="90903" marT="90903" marB="90903">
                    <a:lnL w="12700" cmpd="sng">
                      <a:noFill/>
                      <a:prstDash val="solid"/>
                    </a:lnL>
                    <a:lnR w="12700" cmpd="sng">
                      <a:noFill/>
                      <a:prstDash val="solid"/>
                    </a:lnR>
                    <a:lnT w="12700" cmpd="sng">
                      <a:noFill/>
                      <a:prstDash val="solid"/>
                    </a:lnT>
                    <a:lnB w="12700" cmpd="sng">
                      <a:noFill/>
                      <a:prstDash val="solid"/>
                    </a:lnB>
                    <a:noFill/>
                  </a:tcPr>
                </a:tc>
                <a:tc>
                  <a:txBody>
                    <a:bodyPr/>
                    <a:lstStyle/>
                    <a:p>
                      <a:r>
                        <a:rPr lang="en-US" sz="900" kern="1200" cap="none" spc="0">
                          <a:solidFill>
                            <a:schemeClr val="tx1"/>
                          </a:solidFill>
                          <a:effectLst/>
                          <a:latin typeface="+mn-lt"/>
                          <a:ea typeface="+mn-ea"/>
                          <a:cs typeface="+mn-cs"/>
                        </a:rPr>
                        <a:t>88.1</a:t>
                      </a:r>
                      <a:endParaRPr lang="en-US" sz="900" cap="none" spc="0">
                        <a:solidFill>
                          <a:schemeClr val="tx1"/>
                        </a:solidFill>
                      </a:endParaRPr>
                    </a:p>
                  </a:txBody>
                  <a:tcPr marL="90903" marR="90903" marT="90903" marB="90903">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2175122882"/>
                  </a:ext>
                </a:extLst>
              </a:tr>
              <a:tr h="468658">
                <a:tc>
                  <a:txBody>
                    <a:bodyPr/>
                    <a:lstStyle/>
                    <a:p>
                      <a:r>
                        <a:rPr lang="en-US" sz="900" b="1" kern="1200" cap="none" spc="0">
                          <a:solidFill>
                            <a:schemeClr val="tx1"/>
                          </a:solidFill>
                          <a:effectLst/>
                          <a:latin typeface="+mn-lt"/>
                          <a:ea typeface="+mn-ea"/>
                          <a:cs typeface="+mn-cs"/>
                        </a:rPr>
                        <a:t>Chen et al. (2024)</a:t>
                      </a:r>
                      <a:endParaRPr lang="en-US" sz="900" cap="none" spc="0">
                        <a:solidFill>
                          <a:schemeClr val="tx1"/>
                        </a:solidFill>
                      </a:endParaRPr>
                    </a:p>
                  </a:txBody>
                  <a:tcPr marL="90903" marR="90903" marT="90903" marB="90903">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tc>
                  <a:txBody>
                    <a:bodyPr/>
                    <a:lstStyle/>
                    <a:p>
                      <a:r>
                        <a:rPr lang="en-US" sz="900" kern="1200" cap="none" spc="0">
                          <a:solidFill>
                            <a:schemeClr val="tx1"/>
                          </a:solidFill>
                          <a:effectLst/>
                          <a:latin typeface="+mn-lt"/>
                          <a:ea typeface="+mn-ea"/>
                          <a:cs typeface="+mn-cs"/>
                        </a:rPr>
                        <a:t>CNN–LS TM</a:t>
                      </a:r>
                      <a:endParaRPr lang="en-US" sz="900" cap="none" spc="0">
                        <a:solidFill>
                          <a:schemeClr val="tx1"/>
                        </a:solidFill>
                      </a:endParaRPr>
                    </a:p>
                  </a:txBody>
                  <a:tcPr marL="90903" marR="90903" marT="90903" marB="90903">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tc>
                  <a:txBody>
                    <a:bodyPr/>
                    <a:lstStyle/>
                    <a:p>
                      <a:r>
                        <a:rPr lang="en-US" sz="900" kern="1200" cap="none" spc="0" dirty="0">
                          <a:solidFill>
                            <a:schemeClr val="tx1"/>
                          </a:solidFill>
                          <a:effectLst/>
                          <a:latin typeface="+mn-lt"/>
                          <a:ea typeface="+mn-ea"/>
                          <a:cs typeface="+mn-cs"/>
                        </a:rPr>
                        <a:t>Multi-sensor  </a:t>
                      </a:r>
                    </a:p>
                    <a:p>
                      <a:r>
                        <a:rPr lang="en-US" sz="900" kern="1200" cap="none" spc="0" dirty="0">
                          <a:solidFill>
                            <a:schemeClr val="tx1"/>
                          </a:solidFill>
                          <a:effectLst/>
                          <a:latin typeface="+mn-lt"/>
                          <a:ea typeface="+mn-ea"/>
                          <a:cs typeface="+mn-cs"/>
                        </a:rPr>
                        <a:t>dataset</a:t>
                      </a:r>
                      <a:endParaRPr lang="en-US" sz="900" cap="none" spc="0" dirty="0">
                        <a:solidFill>
                          <a:schemeClr val="tx1"/>
                        </a:solidFill>
                      </a:endParaRPr>
                    </a:p>
                  </a:txBody>
                  <a:tcPr marL="90903" marR="90903" marT="90903" marB="90903">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tc>
                  <a:txBody>
                    <a:bodyPr/>
                    <a:lstStyle/>
                    <a:p>
                      <a:r>
                        <a:rPr lang="en-US" sz="900" kern="1200" cap="none" spc="0">
                          <a:solidFill>
                            <a:schemeClr val="tx1"/>
                          </a:solidFill>
                          <a:effectLst/>
                          <a:latin typeface="+mn-lt"/>
                          <a:ea typeface="+mn-ea"/>
                          <a:cs typeface="+mn-cs"/>
                        </a:rPr>
                        <a:t>Temperature</a:t>
                      </a:r>
                      <a:endParaRPr lang="en-US" sz="900" cap="none" spc="0">
                        <a:solidFill>
                          <a:schemeClr val="tx1"/>
                        </a:solidFill>
                      </a:endParaRPr>
                    </a:p>
                  </a:txBody>
                  <a:tcPr marL="90903" marR="90903" marT="90903" marB="90903">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tc>
                  <a:txBody>
                    <a:bodyPr/>
                    <a:lstStyle/>
                    <a:p>
                      <a:r>
                        <a:rPr lang="en-US" sz="900" kern="1200" cap="none" spc="0">
                          <a:solidFill>
                            <a:schemeClr val="tx1"/>
                          </a:solidFill>
                          <a:effectLst/>
                          <a:latin typeface="+mn-lt"/>
                          <a:ea typeface="+mn-ea"/>
                          <a:cs typeface="+mn-cs"/>
                        </a:rPr>
                        <a:t>88.7</a:t>
                      </a:r>
                      <a:endParaRPr lang="en-US" sz="900" cap="none" spc="0">
                        <a:solidFill>
                          <a:schemeClr val="tx1"/>
                        </a:solidFill>
                      </a:endParaRPr>
                    </a:p>
                  </a:txBody>
                  <a:tcPr marL="90903" marR="90903" marT="90903" marB="90903">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extLst>
                  <a:ext uri="{0D108BD9-81ED-4DB2-BD59-A6C34878D82A}">
                    <a16:rowId xmlns:a16="http://schemas.microsoft.com/office/drawing/2014/main" val="933815153"/>
                  </a:ext>
                </a:extLst>
              </a:tr>
              <a:tr h="468658">
                <a:tc>
                  <a:txBody>
                    <a:bodyPr/>
                    <a:lstStyle/>
                    <a:p>
                      <a:r>
                        <a:rPr lang="en-US" sz="900" b="1" kern="1200" cap="none" spc="0" dirty="0">
                          <a:solidFill>
                            <a:schemeClr val="tx1"/>
                          </a:solidFill>
                          <a:effectLst/>
                          <a:latin typeface="+mn-lt"/>
                          <a:ea typeface="+mn-ea"/>
                          <a:cs typeface="+mn-cs"/>
                        </a:rPr>
                        <a:t>Guo et al. (2024)</a:t>
                      </a:r>
                      <a:endParaRPr lang="en-US" sz="900" cap="none" spc="0" dirty="0">
                        <a:solidFill>
                          <a:schemeClr val="tx1"/>
                        </a:solidFill>
                      </a:endParaRPr>
                    </a:p>
                  </a:txBody>
                  <a:tcPr marL="90903" marR="90903" marT="90903" marB="90903">
                    <a:lnL w="12700" cmpd="sng">
                      <a:noFill/>
                      <a:prstDash val="solid"/>
                    </a:lnL>
                    <a:lnR w="12700" cmpd="sng">
                      <a:noFill/>
                      <a:prstDash val="solid"/>
                    </a:lnR>
                    <a:lnT w="12700" cmpd="sng">
                      <a:noFill/>
                      <a:prstDash val="solid"/>
                    </a:lnT>
                    <a:lnB w="12700" cmpd="sng">
                      <a:noFill/>
                      <a:prstDash val="solid"/>
                    </a:lnB>
                    <a:noFill/>
                  </a:tcPr>
                </a:tc>
                <a:tc>
                  <a:txBody>
                    <a:bodyPr/>
                    <a:lstStyle/>
                    <a:p>
                      <a:r>
                        <a:rPr lang="en-US" sz="900" kern="1200" cap="none" spc="0">
                          <a:solidFill>
                            <a:schemeClr val="tx1"/>
                          </a:solidFill>
                          <a:effectLst/>
                          <a:latin typeface="+mn-lt"/>
                          <a:ea typeface="+mn-ea"/>
                          <a:cs typeface="+mn-cs"/>
                        </a:rPr>
                        <a:t>CNN–LS TM</a:t>
                      </a:r>
                      <a:endParaRPr lang="en-US" sz="900" cap="none" spc="0">
                        <a:solidFill>
                          <a:schemeClr val="tx1"/>
                        </a:solidFill>
                      </a:endParaRPr>
                    </a:p>
                    <a:p>
                      <a:endParaRPr lang="en-US" sz="900" cap="none" spc="0">
                        <a:solidFill>
                          <a:schemeClr val="tx1"/>
                        </a:solidFill>
                      </a:endParaRPr>
                    </a:p>
                  </a:txBody>
                  <a:tcPr marL="90903" marR="90903" marT="90903" marB="90903">
                    <a:lnL w="12700" cmpd="sng">
                      <a:noFill/>
                      <a:prstDash val="solid"/>
                    </a:lnL>
                    <a:lnR w="12700" cmpd="sng">
                      <a:noFill/>
                      <a:prstDash val="solid"/>
                    </a:lnR>
                    <a:lnT w="12700" cmpd="sng">
                      <a:noFill/>
                      <a:prstDash val="solid"/>
                    </a:lnT>
                    <a:lnB w="12700" cmpd="sng">
                      <a:noFill/>
                      <a:prstDash val="solid"/>
                    </a:lnB>
                    <a:noFill/>
                  </a:tcPr>
                </a:tc>
                <a:tc>
                  <a:txBody>
                    <a:bodyPr/>
                    <a:lstStyle/>
                    <a:p>
                      <a:r>
                        <a:rPr lang="en-US" sz="900" kern="1200" cap="none" spc="0">
                          <a:solidFill>
                            <a:schemeClr val="tx1"/>
                          </a:solidFill>
                          <a:effectLst/>
                          <a:latin typeface="+mn-lt"/>
                          <a:ea typeface="+mn-ea"/>
                          <a:cs typeface="+mn-cs"/>
                        </a:rPr>
                        <a:t>Meteorological </a:t>
                      </a:r>
                    </a:p>
                    <a:p>
                      <a:r>
                        <a:rPr lang="en-US" sz="900" kern="1200" cap="none" spc="0">
                          <a:solidFill>
                            <a:schemeClr val="tx1"/>
                          </a:solidFill>
                          <a:effectLst/>
                          <a:latin typeface="+mn-lt"/>
                          <a:ea typeface="+mn-ea"/>
                          <a:cs typeface="+mn-cs"/>
                        </a:rPr>
                        <a:t> station data</a:t>
                      </a:r>
                      <a:endParaRPr lang="en-US" sz="900" cap="none" spc="0">
                        <a:solidFill>
                          <a:schemeClr val="tx1"/>
                        </a:solidFill>
                      </a:endParaRPr>
                    </a:p>
                  </a:txBody>
                  <a:tcPr marL="90903" marR="90903" marT="90903" marB="90903">
                    <a:lnL w="12700" cmpd="sng">
                      <a:noFill/>
                      <a:prstDash val="solid"/>
                    </a:lnL>
                    <a:lnR w="12700" cmpd="sng">
                      <a:noFill/>
                      <a:prstDash val="solid"/>
                    </a:lnR>
                    <a:lnT w="12700" cmpd="sng">
                      <a:noFill/>
                      <a:prstDash val="solid"/>
                    </a:lnT>
                    <a:lnB w="12700" cmpd="sng">
                      <a:noFill/>
                      <a:prstDash val="solid"/>
                    </a:lnB>
                    <a:noFill/>
                  </a:tcPr>
                </a:tc>
                <a:tc>
                  <a:txBody>
                    <a:bodyPr/>
                    <a:lstStyle/>
                    <a:p>
                      <a:r>
                        <a:rPr lang="en-US" sz="900" kern="1200" cap="none" spc="0" dirty="0">
                          <a:solidFill>
                            <a:schemeClr val="tx1"/>
                          </a:solidFill>
                          <a:effectLst/>
                          <a:latin typeface="+mn-lt"/>
                          <a:ea typeface="+mn-ea"/>
                          <a:cs typeface="+mn-cs"/>
                        </a:rPr>
                        <a:t>Minimum temperature</a:t>
                      </a:r>
                      <a:endParaRPr lang="en-US" sz="900" cap="none" spc="0" dirty="0">
                        <a:solidFill>
                          <a:schemeClr val="tx1"/>
                        </a:solidFill>
                      </a:endParaRPr>
                    </a:p>
                  </a:txBody>
                  <a:tcPr marL="90903" marR="90903" marT="90903" marB="90903">
                    <a:lnL w="12700" cmpd="sng">
                      <a:noFill/>
                      <a:prstDash val="solid"/>
                    </a:lnL>
                    <a:lnR w="12700" cmpd="sng">
                      <a:noFill/>
                      <a:prstDash val="solid"/>
                    </a:lnR>
                    <a:lnT w="12700" cmpd="sng">
                      <a:noFill/>
                      <a:prstDash val="solid"/>
                    </a:lnT>
                    <a:lnB w="12700" cmpd="sng">
                      <a:noFill/>
                      <a:prstDash val="solid"/>
                    </a:lnB>
                    <a:noFill/>
                  </a:tcPr>
                </a:tc>
                <a:tc>
                  <a:txBody>
                    <a:bodyPr/>
                    <a:lstStyle/>
                    <a:p>
                      <a:r>
                        <a:rPr lang="en-US" sz="900" kern="1200" cap="none" spc="0">
                          <a:solidFill>
                            <a:schemeClr val="tx1"/>
                          </a:solidFill>
                          <a:effectLst/>
                          <a:latin typeface="+mn-lt"/>
                          <a:ea typeface="+mn-ea"/>
                          <a:cs typeface="+mn-cs"/>
                        </a:rPr>
                        <a:t>89.0</a:t>
                      </a:r>
                      <a:endParaRPr lang="en-US" sz="900" cap="none" spc="0">
                        <a:solidFill>
                          <a:schemeClr val="tx1"/>
                        </a:solidFill>
                      </a:endParaRPr>
                    </a:p>
                  </a:txBody>
                  <a:tcPr marL="90903" marR="90903" marT="90903" marB="90903">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3347073102"/>
                  </a:ext>
                </a:extLst>
              </a:tr>
              <a:tr h="337353">
                <a:tc>
                  <a:txBody>
                    <a:bodyPr/>
                    <a:lstStyle/>
                    <a:p>
                      <a:r>
                        <a:rPr lang="en-US" sz="900" b="0" kern="1200" cap="none" spc="0">
                          <a:solidFill>
                            <a:schemeClr val="tx1"/>
                          </a:solidFill>
                          <a:effectLst/>
                          <a:latin typeface="+mn-lt"/>
                          <a:ea typeface="+mn-ea"/>
                          <a:cs typeface="+mn-cs"/>
                        </a:rPr>
                        <a:t>Proposed</a:t>
                      </a:r>
                      <a:r>
                        <a:rPr lang="en-US" sz="900" b="1" kern="1200" cap="none" spc="0">
                          <a:solidFill>
                            <a:schemeClr val="tx1"/>
                          </a:solidFill>
                          <a:effectLst/>
                          <a:latin typeface="+mn-lt"/>
                          <a:ea typeface="+mn-ea"/>
                          <a:cs typeface="+mn-cs"/>
                        </a:rPr>
                        <a:t> (Uddin, 2025) models</a:t>
                      </a:r>
                      <a:endParaRPr lang="en-US" sz="900" cap="none" spc="0">
                        <a:solidFill>
                          <a:schemeClr val="tx1"/>
                        </a:solidFill>
                      </a:endParaRPr>
                    </a:p>
                  </a:txBody>
                  <a:tcPr marL="90903" marR="90903" marT="90903" marB="90903">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tc>
                  <a:txBody>
                    <a:bodyPr/>
                    <a:lstStyle/>
                    <a:p>
                      <a:r>
                        <a:rPr lang="en-US" sz="900" kern="1200" cap="none" spc="0">
                          <a:solidFill>
                            <a:schemeClr val="tx1"/>
                          </a:solidFill>
                          <a:effectLst/>
                          <a:latin typeface="+mn-lt"/>
                          <a:ea typeface="+mn-ea"/>
                          <a:cs typeface="+mn-cs"/>
                        </a:rPr>
                        <a:t>LSTM</a:t>
                      </a:r>
                      <a:endParaRPr lang="en-US" sz="900" cap="none" spc="0">
                        <a:solidFill>
                          <a:schemeClr val="tx1"/>
                        </a:solidFill>
                      </a:endParaRPr>
                    </a:p>
                  </a:txBody>
                  <a:tcPr marL="90903" marR="90903" marT="90903" marB="90903">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tc>
                  <a:txBody>
                    <a:bodyPr/>
                    <a:lstStyle/>
                    <a:p>
                      <a:r>
                        <a:rPr lang="en-US" sz="900" kern="1200" cap="none" spc="0" dirty="0">
                          <a:solidFill>
                            <a:schemeClr val="tx1"/>
                          </a:solidFill>
                          <a:effectLst/>
                          <a:latin typeface="+mn-lt"/>
                          <a:ea typeface="+mn-ea"/>
                          <a:cs typeface="+mn-cs"/>
                        </a:rPr>
                        <a:t>Multi-sensor  data</a:t>
                      </a:r>
                      <a:endParaRPr lang="en-US" sz="900" cap="none" spc="0" dirty="0">
                        <a:solidFill>
                          <a:schemeClr val="tx1"/>
                        </a:solidFill>
                      </a:endParaRPr>
                    </a:p>
                  </a:txBody>
                  <a:tcPr marL="90903" marR="90903" marT="90903" marB="90903">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tc>
                  <a:txBody>
                    <a:bodyPr/>
                    <a:lstStyle/>
                    <a:p>
                      <a:r>
                        <a:rPr lang="en-US" sz="900" kern="1200" cap="none" spc="0">
                          <a:solidFill>
                            <a:schemeClr val="tx1"/>
                          </a:solidFill>
                          <a:effectLst/>
                          <a:latin typeface="+mn-lt"/>
                          <a:ea typeface="+mn-ea"/>
                          <a:cs typeface="+mn-cs"/>
                        </a:rPr>
                        <a:t>Maximum temperature  (°C)</a:t>
                      </a:r>
                      <a:endParaRPr lang="en-US" sz="900" cap="none" spc="0">
                        <a:solidFill>
                          <a:schemeClr val="tx1"/>
                        </a:solidFill>
                      </a:endParaRPr>
                    </a:p>
                  </a:txBody>
                  <a:tcPr marL="90903" marR="90903" marT="90903" marB="90903">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tc>
                  <a:txBody>
                    <a:bodyPr/>
                    <a:lstStyle/>
                    <a:p>
                      <a:r>
                        <a:rPr lang="en-US" sz="900" kern="1200" cap="none" spc="0" dirty="0">
                          <a:solidFill>
                            <a:schemeClr val="tx1"/>
                          </a:solidFill>
                          <a:effectLst/>
                          <a:latin typeface="+mn-lt"/>
                          <a:ea typeface="+mn-ea"/>
                          <a:cs typeface="+mn-cs"/>
                        </a:rPr>
                        <a:t>90.05</a:t>
                      </a:r>
                      <a:endParaRPr lang="en-US" sz="900" cap="none" spc="0" dirty="0">
                        <a:solidFill>
                          <a:schemeClr val="tx1"/>
                        </a:solidFill>
                      </a:endParaRPr>
                    </a:p>
                  </a:txBody>
                  <a:tcPr marL="90903" marR="90903" marT="90903" marB="90903">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extLst>
                  <a:ext uri="{0D108BD9-81ED-4DB2-BD59-A6C34878D82A}">
                    <a16:rowId xmlns:a16="http://schemas.microsoft.com/office/drawing/2014/main" val="2248755896"/>
                  </a:ext>
                </a:extLst>
              </a:tr>
            </a:tbl>
          </a:graphicData>
        </a:graphic>
      </p:graphicFrame>
    </p:spTree>
    <p:extLst>
      <p:ext uri="{BB962C8B-B14F-4D97-AF65-F5344CB8AC3E}">
        <p14:creationId xmlns:p14="http://schemas.microsoft.com/office/powerpoint/2010/main" val="1081752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8F7AFB9A-7364-478C-B48B-8523CDD9AE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5" name="Freeform: Shape 34">
            <a:extLst>
              <a:ext uri="{FF2B5EF4-FFF2-40B4-BE49-F238E27FC236}">
                <a16:creationId xmlns:a16="http://schemas.microsoft.com/office/drawing/2014/main" id="{36678033-86B6-40E6-BE90-78D8ED4E3A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96002" cy="6858000"/>
          </a:xfrm>
          <a:custGeom>
            <a:avLst/>
            <a:gdLst>
              <a:gd name="connsiteX0" fmla="*/ 0 w 6096002"/>
              <a:gd name="connsiteY0" fmla="*/ 0 h 6858000"/>
              <a:gd name="connsiteX1" fmla="*/ 4885967 w 6096002"/>
              <a:gd name="connsiteY1" fmla="*/ 0 h 6858000"/>
              <a:gd name="connsiteX2" fmla="*/ 4946007 w 6096002"/>
              <a:gd name="connsiteY2" fmla="*/ 69271 h 6858000"/>
              <a:gd name="connsiteX3" fmla="*/ 6096002 w 6096002"/>
              <a:gd name="connsiteY3" fmla="*/ 3429000 h 6858000"/>
              <a:gd name="connsiteX4" fmla="*/ 4946007 w 6096002"/>
              <a:gd name="connsiteY4" fmla="*/ 6788730 h 6858000"/>
              <a:gd name="connsiteX5" fmla="*/ 4885967 w 6096002"/>
              <a:gd name="connsiteY5" fmla="*/ 6858000 h 6858000"/>
              <a:gd name="connsiteX6" fmla="*/ 0 w 609600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2" h="6858000">
                <a:moveTo>
                  <a:pt x="0" y="0"/>
                </a:moveTo>
                <a:lnTo>
                  <a:pt x="4885967" y="0"/>
                </a:lnTo>
                <a:lnTo>
                  <a:pt x="4946007" y="69271"/>
                </a:lnTo>
                <a:cubicBezTo>
                  <a:pt x="5656533" y="929100"/>
                  <a:pt x="6096002" y="2116944"/>
                  <a:pt x="6096002" y="3429000"/>
                </a:cubicBezTo>
                <a:cubicBezTo>
                  <a:pt x="6096002" y="4741056"/>
                  <a:pt x="5656533" y="5928900"/>
                  <a:pt x="4946007" y="6788730"/>
                </a:cubicBezTo>
                <a:lnTo>
                  <a:pt x="4885967"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7" name="Freeform: Shape 36">
            <a:extLst>
              <a:ext uri="{FF2B5EF4-FFF2-40B4-BE49-F238E27FC236}">
                <a16:creationId xmlns:a16="http://schemas.microsoft.com/office/drawing/2014/main" id="{D2542E1A-076E-4A34-BB67-2BF961754E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85370" cy="6858000"/>
          </a:xfrm>
          <a:custGeom>
            <a:avLst/>
            <a:gdLst>
              <a:gd name="connsiteX0" fmla="*/ 0 w 6085370"/>
              <a:gd name="connsiteY0" fmla="*/ 0 h 6858000"/>
              <a:gd name="connsiteX1" fmla="*/ 4875335 w 6085370"/>
              <a:gd name="connsiteY1" fmla="*/ 0 h 6858000"/>
              <a:gd name="connsiteX2" fmla="*/ 4935375 w 6085370"/>
              <a:gd name="connsiteY2" fmla="*/ 69271 h 6858000"/>
              <a:gd name="connsiteX3" fmla="*/ 6085370 w 6085370"/>
              <a:gd name="connsiteY3" fmla="*/ 3429000 h 6858000"/>
              <a:gd name="connsiteX4" fmla="*/ 4935375 w 6085370"/>
              <a:gd name="connsiteY4" fmla="*/ 6788730 h 6858000"/>
              <a:gd name="connsiteX5" fmla="*/ 4875335 w 6085370"/>
              <a:gd name="connsiteY5" fmla="*/ 6858000 h 6858000"/>
              <a:gd name="connsiteX6" fmla="*/ 0 w 608537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85370" h="6858000">
                <a:moveTo>
                  <a:pt x="0" y="0"/>
                </a:moveTo>
                <a:lnTo>
                  <a:pt x="4875335" y="0"/>
                </a:lnTo>
                <a:lnTo>
                  <a:pt x="4935375" y="69271"/>
                </a:lnTo>
                <a:cubicBezTo>
                  <a:pt x="5645901" y="929100"/>
                  <a:pt x="6085370" y="2116944"/>
                  <a:pt x="6085370" y="3429000"/>
                </a:cubicBezTo>
                <a:cubicBezTo>
                  <a:pt x="6085370" y="4741056"/>
                  <a:pt x="5645901" y="5928900"/>
                  <a:pt x="4935375" y="6788730"/>
                </a:cubicBezTo>
                <a:lnTo>
                  <a:pt x="4875335"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438913" y="859536"/>
            <a:ext cx="4832802" cy="1243584"/>
          </a:xfrm>
        </p:spPr>
        <p:txBody>
          <a:bodyPr>
            <a:normAutofit/>
          </a:bodyPr>
          <a:lstStyle/>
          <a:p>
            <a:r>
              <a:rPr lang="en-US" sz="3400" dirty="0"/>
              <a:t>Environmental Setup and Deployment</a:t>
            </a:r>
          </a:p>
        </p:txBody>
      </p:sp>
      <p:sp>
        <p:nvSpPr>
          <p:cNvPr id="39" name="Rectangle 38">
            <a:extLst>
              <a:ext uri="{FF2B5EF4-FFF2-40B4-BE49-F238E27FC236}">
                <a16:creationId xmlns:a16="http://schemas.microsoft.com/office/drawing/2014/main" id="{75C56826-D4E5-42ED-8529-079651CB30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152144"/>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1" name="Rectangle 40">
            <a:extLst>
              <a:ext uri="{FF2B5EF4-FFF2-40B4-BE49-F238E27FC236}">
                <a16:creationId xmlns:a16="http://schemas.microsoft.com/office/drawing/2014/main" id="{82095FCE-EF05-4443-B97A-85DEE3A5CA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8912" y="2185062"/>
            <a:ext cx="49834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Content Placeholder 9">
            <a:extLst>
              <a:ext uri="{FF2B5EF4-FFF2-40B4-BE49-F238E27FC236}">
                <a16:creationId xmlns:a16="http://schemas.microsoft.com/office/drawing/2014/main" id="{B2C9A2AA-A9C8-2B7A-70DC-2317B80E81D4}"/>
              </a:ext>
            </a:extLst>
          </p:cNvPr>
          <p:cNvSpPr>
            <a:spLocks noGrp="1"/>
          </p:cNvSpPr>
          <p:nvPr>
            <p:ph idx="1"/>
          </p:nvPr>
        </p:nvSpPr>
        <p:spPr>
          <a:xfrm>
            <a:off x="438912" y="2512611"/>
            <a:ext cx="4832803" cy="3554623"/>
          </a:xfrm>
        </p:spPr>
        <p:txBody>
          <a:bodyPr>
            <a:normAutofit/>
          </a:bodyPr>
          <a:lstStyle/>
          <a:p>
            <a:pPr marL="0" indent="0">
              <a:buNone/>
            </a:pPr>
            <a:r>
              <a:rPr lang="en-US" sz="1300" dirty="0"/>
              <a:t>1. Environmental Setup</a:t>
            </a:r>
          </a:p>
          <a:p>
            <a:pPr marL="0" indent="0">
              <a:buNone/>
            </a:pPr>
            <a:r>
              <a:rPr lang="en-US" sz="1300" dirty="0"/>
              <a:t>The system is built using Python and deployed through a Flask web application. Essential libraries like TensorFlow are used for running the LSTM model, while Pandas handles data processing. The environment is configured to ensure smooth integration between the backend model, data handling, and the user interface, ensuring consistency in preprocessing and accurate forecasting.</a:t>
            </a:r>
          </a:p>
          <a:p>
            <a:pPr marL="0" indent="0">
              <a:buNone/>
            </a:pPr>
            <a:r>
              <a:rPr lang="en-US" sz="1300" dirty="0"/>
              <a:t>2. Deployment</a:t>
            </a:r>
          </a:p>
          <a:p>
            <a:pPr marL="0" indent="0">
              <a:buNone/>
            </a:pPr>
            <a:r>
              <a:rPr lang="en-US" sz="1300" dirty="0"/>
              <a:t>The deployment is carried out using Flask, providing a simple web interface for users to input data. The system supports CSV file uploads for batch predictions and manual input for single-day forecasts. The web application processes the data, runs predictions using the trained LSTM model, and displays the results through clear, interactive charts and numerical outputs for easy interpretation by users.</a:t>
            </a:r>
          </a:p>
        </p:txBody>
      </p:sp>
      <p:pic>
        <p:nvPicPr>
          <p:cNvPr id="14" name="Picture 13" descr="A screenshot of a computer program&#10;&#10;AI-generated content may be incorrect.">
            <a:extLst>
              <a:ext uri="{FF2B5EF4-FFF2-40B4-BE49-F238E27FC236}">
                <a16:creationId xmlns:a16="http://schemas.microsoft.com/office/drawing/2014/main" id="{A9FBE091-45D4-5853-137D-BD0832730A4F}"/>
              </a:ext>
            </a:extLst>
          </p:cNvPr>
          <p:cNvPicPr>
            <a:picLocks noChangeAspect="1"/>
          </p:cNvPicPr>
          <p:nvPr/>
        </p:nvPicPr>
        <p:blipFill>
          <a:blip r:embed="rId3"/>
          <a:stretch>
            <a:fillRect/>
          </a:stretch>
        </p:blipFill>
        <p:spPr>
          <a:xfrm>
            <a:off x="6617368" y="528234"/>
            <a:ext cx="5135719" cy="2721931"/>
          </a:xfrm>
          <a:prstGeom prst="rect">
            <a:avLst/>
          </a:prstGeom>
          <a:noFill/>
        </p:spPr>
      </p:pic>
      <p:pic>
        <p:nvPicPr>
          <p:cNvPr id="15" name="Picture 14" descr="A screenshot of a computer&#10;&#10;AI-generated content may be incorrect.">
            <a:extLst>
              <a:ext uri="{FF2B5EF4-FFF2-40B4-BE49-F238E27FC236}">
                <a16:creationId xmlns:a16="http://schemas.microsoft.com/office/drawing/2014/main" id="{FD6995D1-75C0-4549-8FB5-605ADB1C6A4A}"/>
              </a:ext>
            </a:extLst>
          </p:cNvPr>
          <p:cNvPicPr>
            <a:picLocks noChangeAspect="1"/>
          </p:cNvPicPr>
          <p:nvPr/>
        </p:nvPicPr>
        <p:blipFill>
          <a:blip r:embed="rId4"/>
          <a:stretch>
            <a:fillRect/>
          </a:stretch>
        </p:blipFill>
        <p:spPr>
          <a:xfrm>
            <a:off x="6617368" y="3580867"/>
            <a:ext cx="5135719" cy="2439466"/>
          </a:xfrm>
          <a:prstGeom prst="rect">
            <a:avLst/>
          </a:prstGeom>
        </p:spPr>
      </p:pic>
      <p:sp>
        <p:nvSpPr>
          <p:cNvPr id="6" name="Content Placeholder 4">
            <a:extLst>
              <a:ext uri="{FF2B5EF4-FFF2-40B4-BE49-F238E27FC236}">
                <a16:creationId xmlns:a16="http://schemas.microsoft.com/office/drawing/2014/main" id="{8880CC1E-DF9E-BCE3-5177-774938354B3A}"/>
              </a:ext>
            </a:extLst>
          </p:cNvPr>
          <p:cNvSpPr txBox="1">
            <a:spLocks/>
          </p:cNvSpPr>
          <p:nvPr/>
        </p:nvSpPr>
        <p:spPr>
          <a:xfrm>
            <a:off x="7837714" y="2394857"/>
            <a:ext cx="4027715" cy="324348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9A724DBA-D2D9-471E-8ED7-2015DDD950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239014" y="525982"/>
            <a:ext cx="4282983" cy="1200361"/>
          </a:xfrm>
        </p:spPr>
        <p:txBody>
          <a:bodyPr anchor="b">
            <a:normAutofit/>
          </a:bodyPr>
          <a:lstStyle/>
          <a:p>
            <a:r>
              <a:rPr lang="en-US" sz="3600" dirty="0"/>
              <a:t>Project Demonstration Video</a:t>
            </a:r>
          </a:p>
        </p:txBody>
      </p:sp>
      <p:sp>
        <p:nvSpPr>
          <p:cNvPr id="32" name="Rectangle 31">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54641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0234"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20251104135621-20251104录制文件(2)-视频-1 (1)">
            <a:hlinkClick r:id="" action="ppaction://media"/>
            <a:extLst>
              <a:ext uri="{FF2B5EF4-FFF2-40B4-BE49-F238E27FC236}">
                <a16:creationId xmlns:a16="http://schemas.microsoft.com/office/drawing/2014/main" id="{4EC32AB1-306C-6910-500B-A2E14DAB29AB}"/>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576244" y="1736720"/>
            <a:ext cx="5628018" cy="3151690"/>
          </a:xfrm>
          <a:prstGeom prst="rect">
            <a:avLst/>
          </a:prstGeom>
        </p:spPr>
      </p:pic>
      <p:sp>
        <p:nvSpPr>
          <p:cNvPr id="34" name="Rectangle 33">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277786"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ontent Placeholder 9">
            <a:extLst>
              <a:ext uri="{FF2B5EF4-FFF2-40B4-BE49-F238E27FC236}">
                <a16:creationId xmlns:a16="http://schemas.microsoft.com/office/drawing/2014/main" id="{5CAA5418-C70C-BF1B-83F0-F274054910AE}"/>
              </a:ext>
            </a:extLst>
          </p:cNvPr>
          <p:cNvSpPr>
            <a:spLocks noGrp="1"/>
          </p:cNvSpPr>
          <p:nvPr>
            <p:ph idx="1"/>
          </p:nvPr>
        </p:nvSpPr>
        <p:spPr>
          <a:xfrm>
            <a:off x="7239012" y="2031101"/>
            <a:ext cx="4282984" cy="3511943"/>
          </a:xfrm>
        </p:spPr>
        <p:txBody>
          <a:bodyPr anchor="ctr">
            <a:normAutofit/>
          </a:bodyPr>
          <a:lstStyle/>
          <a:p>
            <a:pPr marL="0" indent="0">
              <a:buNone/>
            </a:pPr>
            <a:r>
              <a:rPr lang="en-US" sz="1800" dirty="0"/>
              <a:t>This video demonstrates the Climate Forecasting System, showing how it processes input data, runs the LSTM model, and provides real-time temperature predictions through the web interface.</a:t>
            </a:r>
          </a:p>
        </p:txBody>
      </p:sp>
      <p:sp>
        <p:nvSpPr>
          <p:cNvPr id="30" name="Rectangle 29">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677179"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77280"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9A724DBA-D2D9-471E-8ED7-2015DDD950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239014" y="525982"/>
            <a:ext cx="4282983" cy="1200361"/>
          </a:xfrm>
        </p:spPr>
        <p:txBody>
          <a:bodyPr anchor="b">
            <a:normAutofit/>
          </a:bodyPr>
          <a:lstStyle/>
          <a:p>
            <a:r>
              <a:rPr lang="en-US" sz="3600" dirty="0"/>
              <a:t>Key Findings</a:t>
            </a:r>
          </a:p>
        </p:txBody>
      </p:sp>
      <p:sp>
        <p:nvSpPr>
          <p:cNvPr id="18" name="Rectangle 17">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54641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0234"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Content Placeholder 8" descr="A diagram of a cloud learning system&#10;&#10;AI-generated content may be incorrect.">
            <a:extLst>
              <a:ext uri="{FF2B5EF4-FFF2-40B4-BE49-F238E27FC236}">
                <a16:creationId xmlns:a16="http://schemas.microsoft.com/office/drawing/2014/main" id="{8F20D313-29DC-A76D-8C91-6CEC770379BF}"/>
              </a:ext>
            </a:extLst>
          </p:cNvPr>
          <p:cNvPicPr>
            <a:picLocks noChangeAspect="1"/>
          </p:cNvPicPr>
          <p:nvPr/>
        </p:nvPicPr>
        <p:blipFill>
          <a:blip r:embed="rId2"/>
          <a:srcRect b="18600"/>
          <a:stretch>
            <a:fillRect/>
          </a:stretch>
        </p:blipFill>
        <p:spPr>
          <a:xfrm>
            <a:off x="1158448" y="3337388"/>
            <a:ext cx="4447663" cy="2416617"/>
          </a:xfrm>
          <a:prstGeom prst="rect">
            <a:avLst/>
          </a:prstGeom>
        </p:spPr>
      </p:pic>
      <p:sp>
        <p:nvSpPr>
          <p:cNvPr id="22" name="Rectangle 21">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277786"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Content Placeholder 12">
            <a:extLst>
              <a:ext uri="{FF2B5EF4-FFF2-40B4-BE49-F238E27FC236}">
                <a16:creationId xmlns:a16="http://schemas.microsoft.com/office/drawing/2014/main" id="{C04C0ABF-50FA-1166-F79C-4D80266638E5}"/>
              </a:ext>
            </a:extLst>
          </p:cNvPr>
          <p:cNvSpPr>
            <a:spLocks noGrp="1"/>
          </p:cNvSpPr>
          <p:nvPr>
            <p:ph idx="1"/>
          </p:nvPr>
        </p:nvSpPr>
        <p:spPr>
          <a:xfrm>
            <a:off x="7239012" y="2031101"/>
            <a:ext cx="4282984" cy="3511943"/>
          </a:xfrm>
        </p:spPr>
        <p:txBody>
          <a:bodyPr anchor="ctr">
            <a:normAutofit/>
          </a:bodyPr>
          <a:lstStyle/>
          <a:p>
            <a:pPr marL="0" indent="0">
              <a:buNone/>
            </a:pPr>
            <a:r>
              <a:rPr lang="en-US" sz="1800" b="1" dirty="0"/>
              <a:t>Best Model:</a:t>
            </a:r>
            <a:r>
              <a:rPr lang="en-US" sz="1800" dirty="0"/>
              <a:t> LSTM achieved the lowest MAE, RMSE, and highest R² among models.</a:t>
            </a:r>
          </a:p>
          <a:p>
            <a:pPr marL="0" indent="0">
              <a:buNone/>
            </a:pPr>
            <a:r>
              <a:rPr lang="en-US" sz="1800" b="1" dirty="0"/>
              <a:t>Deployment:</a:t>
            </a:r>
            <a:r>
              <a:rPr lang="en-US" sz="1800" dirty="0"/>
              <a:t> Successful Flask-based deployment that provides real-time predictions and visualizations.</a:t>
            </a:r>
          </a:p>
          <a:p>
            <a:pPr marL="0" indent="0">
              <a:buNone/>
            </a:pPr>
            <a:r>
              <a:rPr lang="en-US" sz="1800" b="1" dirty="0"/>
              <a:t>Data Integrity:</a:t>
            </a:r>
            <a:r>
              <a:rPr lang="en-US" sz="1800" dirty="0"/>
              <a:t> Strict time-ordered data splits to avoid leakage and ensure reproducibility.</a:t>
            </a:r>
          </a:p>
        </p:txBody>
      </p:sp>
      <p:sp>
        <p:nvSpPr>
          <p:cNvPr id="24" name="Rectangle 23">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677179"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ontent Placeholder 4">
            <a:extLst>
              <a:ext uri="{FF2B5EF4-FFF2-40B4-BE49-F238E27FC236}">
                <a16:creationId xmlns:a16="http://schemas.microsoft.com/office/drawing/2014/main" id="{1D637CAF-DCF2-81B2-B102-4C9B99C97CB4}"/>
              </a:ext>
            </a:extLst>
          </p:cNvPr>
          <p:cNvSpPr txBox="1">
            <a:spLocks/>
          </p:cNvSpPr>
          <p:nvPr/>
        </p:nvSpPr>
        <p:spPr>
          <a:xfrm>
            <a:off x="990600" y="1978025"/>
            <a:ext cx="4488543" cy="251414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
        <p:nvSpPr>
          <p:cNvPr id="7" name="Content Placeholder 4">
            <a:extLst>
              <a:ext uri="{FF2B5EF4-FFF2-40B4-BE49-F238E27FC236}">
                <a16:creationId xmlns:a16="http://schemas.microsoft.com/office/drawing/2014/main" id="{860B3A8E-13A7-9586-7080-60E228B28FF7}"/>
              </a:ext>
            </a:extLst>
          </p:cNvPr>
          <p:cNvSpPr txBox="1">
            <a:spLocks/>
          </p:cNvSpPr>
          <p:nvPr/>
        </p:nvSpPr>
        <p:spPr>
          <a:xfrm>
            <a:off x="6749144" y="1690688"/>
            <a:ext cx="4488543" cy="251414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pic>
        <p:nvPicPr>
          <p:cNvPr id="10" name="Picture 9" descr="A screenshot of a computer&#10;&#10;AI-generated content may be incorrect.">
            <a:extLst>
              <a:ext uri="{FF2B5EF4-FFF2-40B4-BE49-F238E27FC236}">
                <a16:creationId xmlns:a16="http://schemas.microsoft.com/office/drawing/2014/main" id="{68F5117B-DA7B-DF74-F7E4-451513DCBB67}"/>
              </a:ext>
            </a:extLst>
          </p:cNvPr>
          <p:cNvPicPr>
            <a:picLocks noChangeAspect="1"/>
          </p:cNvPicPr>
          <p:nvPr/>
        </p:nvPicPr>
        <p:blipFill>
          <a:blip r:embed="rId3"/>
          <a:stretch>
            <a:fillRect/>
          </a:stretch>
        </p:blipFill>
        <p:spPr>
          <a:xfrm>
            <a:off x="1158448" y="912432"/>
            <a:ext cx="4505090" cy="198984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2" name="Rectangle 3071">
            <a:extLst>
              <a:ext uri="{FF2B5EF4-FFF2-40B4-BE49-F238E27FC236}">
                <a16:creationId xmlns:a16="http://schemas.microsoft.com/office/drawing/2014/main" id="{0EFD753D-6A49-46DD-9E82-AA6E2C62B4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73" name="Rectangle 3072">
            <a:extLst>
              <a:ext uri="{FF2B5EF4-FFF2-40B4-BE49-F238E27FC236}">
                <a16:creationId xmlns:a16="http://schemas.microsoft.com/office/drawing/2014/main" id="{138A5824-1F4A-4EE7-BC13-5BB48FC080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0044" y="321732"/>
            <a:ext cx="4568741" cy="6192603"/>
          </a:xfrm>
          <a:prstGeom prst="rect">
            <a:avLst/>
          </a:prstGeom>
          <a:solidFill>
            <a:srgbClr val="33363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798257" y="637523"/>
            <a:ext cx="3608896" cy="1690993"/>
          </a:xfrm>
        </p:spPr>
        <p:txBody>
          <a:bodyPr anchor="b">
            <a:normAutofit/>
          </a:bodyPr>
          <a:lstStyle/>
          <a:p>
            <a:r>
              <a:rPr lang="en-US" sz="3600">
                <a:solidFill>
                  <a:srgbClr val="FFFFFF"/>
                </a:solidFill>
              </a:rPr>
              <a:t>Results and Discussion</a:t>
            </a:r>
          </a:p>
        </p:txBody>
      </p:sp>
      <p:pic>
        <p:nvPicPr>
          <p:cNvPr id="6" name="Picture 5" descr="A graph of different colored lines&#10;&#10;AI-generated content may be incorrect.">
            <a:extLst>
              <a:ext uri="{FF2B5EF4-FFF2-40B4-BE49-F238E27FC236}">
                <a16:creationId xmlns:a16="http://schemas.microsoft.com/office/drawing/2014/main" id="{BCFEEA01-8AA1-0936-6D7E-236FCA267E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5155080" y="590565"/>
            <a:ext cx="3211039" cy="1324553"/>
          </a:xfrm>
          <a:prstGeom prst="rect">
            <a:avLst/>
          </a:prstGeom>
          <a:noFill/>
        </p:spPr>
      </p:pic>
      <p:pic>
        <p:nvPicPr>
          <p:cNvPr id="8" name="Picture 7" descr="A screenshot of a computer&#10;&#10;AI-generated content may be incorrect.">
            <a:extLst>
              <a:ext uri="{FF2B5EF4-FFF2-40B4-BE49-F238E27FC236}">
                <a16:creationId xmlns:a16="http://schemas.microsoft.com/office/drawing/2014/main" id="{1AFB349B-7956-3DE9-F6EA-B419978E2777}"/>
              </a:ext>
            </a:extLst>
          </p:cNvPr>
          <p:cNvPicPr>
            <a:picLocks noChangeAspect="1"/>
          </p:cNvPicPr>
          <p:nvPr/>
        </p:nvPicPr>
        <p:blipFill>
          <a:blip r:embed="rId3"/>
          <a:stretch>
            <a:fillRect/>
          </a:stretch>
        </p:blipFill>
        <p:spPr>
          <a:xfrm>
            <a:off x="8696790" y="551681"/>
            <a:ext cx="3169090" cy="1402321"/>
          </a:xfrm>
          <a:prstGeom prst="rect">
            <a:avLst/>
          </a:prstGeom>
          <a:noFill/>
        </p:spPr>
      </p:pic>
      <p:sp>
        <p:nvSpPr>
          <p:cNvPr id="3130" name="Content Placeholder 2"/>
          <p:cNvSpPr>
            <a:spLocks noGrp="1"/>
          </p:cNvSpPr>
          <p:nvPr>
            <p:ph idx="1"/>
          </p:nvPr>
        </p:nvSpPr>
        <p:spPr>
          <a:xfrm>
            <a:off x="798256" y="2474260"/>
            <a:ext cx="3607930" cy="3677158"/>
          </a:xfrm>
        </p:spPr>
        <p:txBody>
          <a:bodyPr anchor="t">
            <a:normAutofit/>
          </a:bodyPr>
          <a:lstStyle/>
          <a:p>
            <a:r>
              <a:rPr lang="en-US" sz="1900" b="1">
                <a:solidFill>
                  <a:srgbClr val="FFFFFF"/>
                </a:solidFill>
              </a:rPr>
              <a:t>Performance Comparison:</a:t>
            </a:r>
            <a:r>
              <a:rPr lang="en-US" sz="1900">
                <a:solidFill>
                  <a:srgbClr val="FFFFFF"/>
                </a:solidFill>
              </a:rPr>
              <a:t> LSTM outperformed other models in terms of prediction accuracy and stability.</a:t>
            </a:r>
          </a:p>
          <a:p>
            <a:r>
              <a:rPr lang="en-US" sz="1900" b="1">
                <a:solidFill>
                  <a:srgbClr val="FFFFFF"/>
                </a:solidFill>
              </a:rPr>
              <a:t>Error Analysis:</a:t>
            </a:r>
            <a:r>
              <a:rPr lang="en-US" sz="1900">
                <a:solidFill>
                  <a:srgbClr val="FFFFFF"/>
                </a:solidFill>
              </a:rPr>
              <a:t> LSTM exhibited tighter residuals and faster convergence than other models.</a:t>
            </a:r>
          </a:p>
          <a:p>
            <a:r>
              <a:rPr lang="en-US" sz="1900" b="1">
                <a:solidFill>
                  <a:srgbClr val="FFFFFF"/>
                </a:solidFill>
              </a:rPr>
              <a:t>User Interface:</a:t>
            </a:r>
            <a:r>
              <a:rPr lang="en-US" sz="1900">
                <a:solidFill>
                  <a:srgbClr val="FFFFFF"/>
                </a:solidFill>
              </a:rPr>
              <a:t> Web interface for manual input, CSV uploads, and visualized results.</a:t>
            </a:r>
          </a:p>
          <a:p>
            <a:endParaRPr lang="en-US" sz="1900">
              <a:solidFill>
                <a:srgbClr val="FFFFFF"/>
              </a:solidFill>
            </a:endParaRPr>
          </a:p>
        </p:txBody>
      </p:sp>
      <p:pic>
        <p:nvPicPr>
          <p:cNvPr id="7" name="Picture 6" descr="A graph with blue and orange lines&#10;&#10;AI-generated content may be incorrect.">
            <a:extLst>
              <a:ext uri="{FF2B5EF4-FFF2-40B4-BE49-F238E27FC236}">
                <a16:creationId xmlns:a16="http://schemas.microsoft.com/office/drawing/2014/main" id="{E3455E32-05F8-565E-9DC9-05183B05079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bwMode="auto">
          <a:xfrm>
            <a:off x="5155081" y="2793055"/>
            <a:ext cx="3219976" cy="1271890"/>
          </a:xfrm>
          <a:prstGeom prst="rect">
            <a:avLst/>
          </a:prstGeom>
          <a:noFill/>
        </p:spPr>
      </p:pic>
      <p:pic>
        <p:nvPicPr>
          <p:cNvPr id="9" name="Picture 8" descr="A graph with a line&#10;&#10;AI-generated content may be incorrect.">
            <a:extLst>
              <a:ext uri="{FF2B5EF4-FFF2-40B4-BE49-F238E27FC236}">
                <a16:creationId xmlns:a16="http://schemas.microsoft.com/office/drawing/2014/main" id="{92D59832-5DDF-2C35-6C0D-C786C7EF3528}"/>
              </a:ext>
            </a:extLst>
          </p:cNvPr>
          <p:cNvPicPr>
            <a:picLocks noChangeAspect="1"/>
          </p:cNvPicPr>
          <p:nvPr/>
        </p:nvPicPr>
        <p:blipFill rotWithShape="1">
          <a:blip r:embed="rId5">
            <a:extLst>
              <a:ext uri="{28A0092B-C50C-407E-A947-70E740481C1C}">
                <a14:useLocalDpi xmlns:a14="http://schemas.microsoft.com/office/drawing/2010/main" val="0"/>
              </a:ext>
            </a:extLst>
          </a:blip>
          <a:srcRect t="5822" r="8457"/>
          <a:stretch>
            <a:fillRect/>
          </a:stretch>
        </p:blipFill>
        <p:spPr bwMode="auto">
          <a:xfrm>
            <a:off x="8728432" y="2546683"/>
            <a:ext cx="3132898" cy="1764635"/>
          </a:xfrm>
          <a:prstGeom prst="rect">
            <a:avLst/>
          </a:prstGeom>
          <a:noFill/>
          <a:extLst>
            <a:ext uri="{53640926-AAD7-44D8-BBD7-CCE9431645EC}">
              <a14:shadowObscured xmlns:a14="http://schemas.microsoft.com/office/drawing/2010/main"/>
            </a:ext>
          </a:extLst>
        </p:spPr>
      </p:pic>
      <p:pic>
        <p:nvPicPr>
          <p:cNvPr id="3" name="Picture 2" descr="A graph of a graph&#10;&#10;AI-generated content may be incorrect.">
            <a:extLst>
              <a:ext uri="{FF2B5EF4-FFF2-40B4-BE49-F238E27FC236}">
                <a16:creationId xmlns:a16="http://schemas.microsoft.com/office/drawing/2014/main" id="{EF1342A7-C9B2-4825-1F3A-984EDA7C5F5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bwMode="auto">
          <a:xfrm>
            <a:off x="5163486" y="4917273"/>
            <a:ext cx="3211571" cy="1324773"/>
          </a:xfrm>
          <a:prstGeom prst="rect">
            <a:avLst/>
          </a:prstGeom>
          <a:noFill/>
        </p:spPr>
      </p:pic>
      <p:pic>
        <p:nvPicPr>
          <p:cNvPr id="10" name="Picture 9" descr="A graph showing the difference between a temperature and a temperature&#10;&#10;AI-generated content may be incorrect.">
            <a:extLst>
              <a:ext uri="{FF2B5EF4-FFF2-40B4-BE49-F238E27FC236}">
                <a16:creationId xmlns:a16="http://schemas.microsoft.com/office/drawing/2014/main" id="{B99144ED-AD88-8363-2378-F9338B338677}"/>
              </a:ext>
            </a:extLst>
          </p:cNvPr>
          <p:cNvPicPr>
            <a:picLocks noChangeAspect="1"/>
          </p:cNvPicPr>
          <p:nvPr/>
        </p:nvPicPr>
        <p:blipFill>
          <a:blip r:embed="rId7"/>
          <a:stretch>
            <a:fillRect/>
          </a:stretch>
        </p:blipFill>
        <p:spPr>
          <a:xfrm>
            <a:off x="8709358" y="4649694"/>
            <a:ext cx="3143954" cy="1878513"/>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245A9F99-D9B1-4094-A2E2-B90AC1DB7B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B7FAF607-473A-4A43-A23D-BBFF5C4117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094105" y="802955"/>
            <a:ext cx="4977976" cy="1454051"/>
          </a:xfrm>
        </p:spPr>
        <p:txBody>
          <a:bodyPr>
            <a:normAutofit/>
          </a:bodyPr>
          <a:lstStyle/>
          <a:p>
            <a:r>
              <a:rPr lang="en-US" sz="3600">
                <a:solidFill>
                  <a:schemeClr val="tx2"/>
                </a:solidFill>
              </a:rPr>
              <a:t>Future Work</a:t>
            </a:r>
            <a:endParaRPr lang="en-US" sz="3600" dirty="0">
              <a:solidFill>
                <a:schemeClr val="tx2"/>
              </a:solidFill>
            </a:endParaRPr>
          </a:p>
        </p:txBody>
      </p:sp>
      <p:pic>
        <p:nvPicPr>
          <p:cNvPr id="7" name="Graphic 6" descr="Satellite">
            <a:extLst>
              <a:ext uri="{FF2B5EF4-FFF2-40B4-BE49-F238E27FC236}">
                <a16:creationId xmlns:a16="http://schemas.microsoft.com/office/drawing/2014/main" id="{2606261C-9940-0633-FB82-424A0F7A8CD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86951" y="1793846"/>
            <a:ext cx="3620021" cy="3620021"/>
          </a:xfrm>
          <a:prstGeom prst="rect">
            <a:avLst/>
          </a:prstGeom>
        </p:spPr>
      </p:pic>
      <p:graphicFrame>
        <p:nvGraphicFramePr>
          <p:cNvPr id="21" name="Content Placeholder 2">
            <a:extLst>
              <a:ext uri="{FF2B5EF4-FFF2-40B4-BE49-F238E27FC236}">
                <a16:creationId xmlns:a16="http://schemas.microsoft.com/office/drawing/2014/main" id="{39309403-80C5-854D-F08E-4777267EFA97}"/>
              </a:ext>
            </a:extLst>
          </p:cNvPr>
          <p:cNvGraphicFramePr>
            <a:graphicFrameLocks noGrp="1"/>
          </p:cNvGraphicFramePr>
          <p:nvPr>
            <p:ph idx="1"/>
            <p:extLst>
              <p:ext uri="{D42A27DB-BD31-4B8C-83A1-F6EECF244321}">
                <p14:modId xmlns:p14="http://schemas.microsoft.com/office/powerpoint/2010/main" val="3691847609"/>
              </p:ext>
            </p:extLst>
          </p:nvPr>
        </p:nvGraphicFramePr>
        <p:xfrm>
          <a:off x="6090574" y="2421682"/>
          <a:ext cx="4977578" cy="363928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pSp>
        <p:nvGrpSpPr>
          <p:cNvPr id="30" name="Group 29">
            <a:extLst>
              <a:ext uri="{FF2B5EF4-FFF2-40B4-BE49-F238E27FC236}">
                <a16:creationId xmlns:a16="http://schemas.microsoft.com/office/drawing/2014/main" id="{C5F6476F-D303-44D3-B30F-1BA348F0F64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2635" y="52996"/>
            <a:ext cx="5928607" cy="6805005"/>
            <a:chOff x="6095999" y="52996"/>
            <a:chExt cx="6093363" cy="6805005"/>
          </a:xfrm>
          <a:solidFill>
            <a:schemeClr val="accent5">
              <a:alpha val="10000"/>
            </a:schemeClr>
          </a:solidFill>
        </p:grpSpPr>
        <p:sp>
          <p:nvSpPr>
            <p:cNvPr id="31" name="Freeform: Shape 30">
              <a:extLst>
                <a:ext uri="{FF2B5EF4-FFF2-40B4-BE49-F238E27FC236}">
                  <a16:creationId xmlns:a16="http://schemas.microsoft.com/office/drawing/2014/main" id="{C972EB4B-0539-4430-9340-8117B9D7C3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1" y="52996"/>
              <a:ext cx="6093361" cy="6805003"/>
            </a:xfrm>
            <a:custGeom>
              <a:avLst/>
              <a:gdLst>
                <a:gd name="connsiteX0" fmla="*/ 3391253 w 5890489"/>
                <a:gd name="connsiteY0" fmla="*/ 0 h 6578438"/>
                <a:gd name="connsiteX1" fmla="*/ 3434974 w 5890489"/>
                <a:gd name="connsiteY1" fmla="*/ 646 h 6578438"/>
                <a:gd name="connsiteX2" fmla="*/ 3522419 w 5890489"/>
                <a:gd name="connsiteY2" fmla="*/ 2712 h 6578438"/>
                <a:gd name="connsiteX3" fmla="*/ 3610261 w 5890489"/>
                <a:gd name="connsiteY3" fmla="*/ 6458 h 6578438"/>
                <a:gd name="connsiteX4" fmla="*/ 3786872 w 5890489"/>
                <a:gd name="connsiteY4" fmla="*/ 20667 h 6578438"/>
                <a:gd name="connsiteX5" fmla="*/ 3962291 w 5890489"/>
                <a:gd name="connsiteY5" fmla="*/ 43530 h 6578438"/>
                <a:gd name="connsiteX6" fmla="*/ 4135855 w 5890489"/>
                <a:gd name="connsiteY6" fmla="*/ 75176 h 6578438"/>
                <a:gd name="connsiteX7" fmla="*/ 4307299 w 5890489"/>
                <a:gd name="connsiteY7" fmla="*/ 114315 h 6578438"/>
                <a:gd name="connsiteX8" fmla="*/ 4476358 w 5890489"/>
                <a:gd name="connsiteY8" fmla="*/ 160816 h 6578438"/>
                <a:gd name="connsiteX9" fmla="*/ 4559829 w 5890489"/>
                <a:gd name="connsiteY9" fmla="*/ 186779 h 6578438"/>
                <a:gd name="connsiteX10" fmla="*/ 4642901 w 5890489"/>
                <a:gd name="connsiteY10" fmla="*/ 213648 h 6578438"/>
                <a:gd name="connsiteX11" fmla="*/ 5280847 w 5890489"/>
                <a:gd name="connsiteY11" fmla="*/ 485936 h 6578438"/>
                <a:gd name="connsiteX12" fmla="*/ 5865400 w 5890489"/>
                <a:gd name="connsiteY12" fmla="*/ 851099 h 6578438"/>
                <a:gd name="connsiteX13" fmla="*/ 5890489 w 5890489"/>
                <a:gd name="connsiteY13" fmla="*/ 870950 h 6578438"/>
                <a:gd name="connsiteX14" fmla="*/ 5890489 w 5890489"/>
                <a:gd name="connsiteY14" fmla="*/ 1321814 h 6578438"/>
                <a:gd name="connsiteX15" fmla="*/ 5887395 w 5890489"/>
                <a:gd name="connsiteY15" fmla="*/ 1318952 h 6578438"/>
                <a:gd name="connsiteX16" fmla="*/ 5830291 w 5890489"/>
                <a:gd name="connsiteY16" fmla="*/ 1265992 h 6578438"/>
                <a:gd name="connsiteX17" fmla="*/ 5815981 w 5890489"/>
                <a:gd name="connsiteY17" fmla="*/ 1252687 h 6578438"/>
                <a:gd name="connsiteX18" fmla="*/ 5801142 w 5890489"/>
                <a:gd name="connsiteY18" fmla="*/ 1240158 h 6578438"/>
                <a:gd name="connsiteX19" fmla="*/ 5771464 w 5890489"/>
                <a:gd name="connsiteY19" fmla="*/ 1214969 h 6578438"/>
                <a:gd name="connsiteX20" fmla="*/ 5651030 w 5890489"/>
                <a:gd name="connsiteY20" fmla="*/ 1115767 h 6578438"/>
                <a:gd name="connsiteX21" fmla="*/ 5123183 w 5890489"/>
                <a:gd name="connsiteY21" fmla="*/ 780443 h 6578438"/>
                <a:gd name="connsiteX22" fmla="*/ 4533860 w 5890489"/>
                <a:gd name="connsiteY22" fmla="*/ 567701 h 6578438"/>
                <a:gd name="connsiteX23" fmla="*/ 4457281 w 5890489"/>
                <a:gd name="connsiteY23" fmla="*/ 550780 h 6578438"/>
                <a:gd name="connsiteX24" fmla="*/ 4380568 w 5890489"/>
                <a:gd name="connsiteY24" fmla="*/ 535279 h 6578438"/>
                <a:gd name="connsiteX25" fmla="*/ 4303325 w 5890489"/>
                <a:gd name="connsiteY25" fmla="*/ 522879 h 6578438"/>
                <a:gd name="connsiteX26" fmla="*/ 4264769 w 5890489"/>
                <a:gd name="connsiteY26" fmla="*/ 516679 h 6578438"/>
                <a:gd name="connsiteX27" fmla="*/ 4226082 w 5890489"/>
                <a:gd name="connsiteY27" fmla="*/ 511253 h 6578438"/>
                <a:gd name="connsiteX28" fmla="*/ 4070934 w 5890489"/>
                <a:gd name="connsiteY28" fmla="*/ 494848 h 6578438"/>
                <a:gd name="connsiteX29" fmla="*/ 3915521 w 5890489"/>
                <a:gd name="connsiteY29" fmla="*/ 486065 h 6578438"/>
                <a:gd name="connsiteX30" fmla="*/ 3760241 w 5890489"/>
                <a:gd name="connsiteY30" fmla="*/ 484257 h 6578438"/>
                <a:gd name="connsiteX31" fmla="*/ 3682734 w 5890489"/>
                <a:gd name="connsiteY31" fmla="*/ 486581 h 6578438"/>
                <a:gd name="connsiteX32" fmla="*/ 3605491 w 5890489"/>
                <a:gd name="connsiteY32" fmla="*/ 488907 h 6578438"/>
                <a:gd name="connsiteX33" fmla="*/ 3527454 w 5890489"/>
                <a:gd name="connsiteY33" fmla="*/ 493169 h 6578438"/>
                <a:gd name="connsiteX34" fmla="*/ 3449151 w 5890489"/>
                <a:gd name="connsiteY34" fmla="*/ 498336 h 6578438"/>
                <a:gd name="connsiteX35" fmla="*/ 3410067 w 5890489"/>
                <a:gd name="connsiteY35" fmla="*/ 500532 h 6578438"/>
                <a:gd name="connsiteX36" fmla="*/ 3371246 w 5890489"/>
                <a:gd name="connsiteY36" fmla="*/ 504279 h 6578438"/>
                <a:gd name="connsiteX37" fmla="*/ 3293739 w 5890489"/>
                <a:gd name="connsiteY37" fmla="*/ 511512 h 6578438"/>
                <a:gd name="connsiteX38" fmla="*/ 2689445 w 5890489"/>
                <a:gd name="connsiteY38" fmla="*/ 610198 h 6578438"/>
                <a:gd name="connsiteX39" fmla="*/ 2117875 w 5890489"/>
                <a:gd name="connsiteY39" fmla="*/ 800335 h 6578438"/>
                <a:gd name="connsiteX40" fmla="*/ 1981276 w 5890489"/>
                <a:gd name="connsiteY40" fmla="*/ 865566 h 6578438"/>
                <a:gd name="connsiteX41" fmla="*/ 1847991 w 5890489"/>
                <a:gd name="connsiteY41" fmla="*/ 938676 h 6578438"/>
                <a:gd name="connsiteX42" fmla="*/ 1783069 w 5890489"/>
                <a:gd name="connsiteY42" fmla="*/ 978718 h 6578438"/>
                <a:gd name="connsiteX43" fmla="*/ 1750609 w 5890489"/>
                <a:gd name="connsiteY43" fmla="*/ 998869 h 6578438"/>
                <a:gd name="connsiteX44" fmla="*/ 1734312 w 5890489"/>
                <a:gd name="connsiteY44" fmla="*/ 1008945 h 6578438"/>
                <a:gd name="connsiteX45" fmla="*/ 1718547 w 5890489"/>
                <a:gd name="connsiteY45" fmla="*/ 1019924 h 6578438"/>
                <a:gd name="connsiteX46" fmla="*/ 1655481 w 5890489"/>
                <a:gd name="connsiteY46" fmla="*/ 1063582 h 6578438"/>
                <a:gd name="connsiteX47" fmla="*/ 1593077 w 5890489"/>
                <a:gd name="connsiteY47" fmla="*/ 1108664 h 6578438"/>
                <a:gd name="connsiteX48" fmla="*/ 1532263 w 5890489"/>
                <a:gd name="connsiteY48" fmla="*/ 1156197 h 6578438"/>
                <a:gd name="connsiteX49" fmla="*/ 1472509 w 5890489"/>
                <a:gd name="connsiteY49" fmla="*/ 1205152 h 6578438"/>
                <a:gd name="connsiteX50" fmla="*/ 1414212 w 5890489"/>
                <a:gd name="connsiteY50" fmla="*/ 1256175 h 6578438"/>
                <a:gd name="connsiteX51" fmla="*/ 1357242 w 5890489"/>
                <a:gd name="connsiteY51" fmla="*/ 1308359 h 6578438"/>
                <a:gd name="connsiteX52" fmla="*/ 1153072 w 5890489"/>
                <a:gd name="connsiteY52" fmla="*/ 1529498 h 6578438"/>
                <a:gd name="connsiteX53" fmla="*/ 1002694 w 5890489"/>
                <a:gd name="connsiteY53" fmla="*/ 1770658 h 6578438"/>
                <a:gd name="connsiteX54" fmla="*/ 974076 w 5890489"/>
                <a:gd name="connsiteY54" fmla="*/ 1835371 h 6578438"/>
                <a:gd name="connsiteX55" fmla="*/ 949564 w 5890489"/>
                <a:gd name="connsiteY55" fmla="*/ 1903573 h 6578438"/>
                <a:gd name="connsiteX56" fmla="*/ 927173 w 5890489"/>
                <a:gd name="connsiteY56" fmla="*/ 1974229 h 6578438"/>
                <a:gd name="connsiteX57" fmla="*/ 906107 w 5890489"/>
                <a:gd name="connsiteY57" fmla="*/ 2046952 h 6578438"/>
                <a:gd name="connsiteX58" fmla="*/ 751092 w 5890489"/>
                <a:gd name="connsiteY58" fmla="*/ 2676266 h 6578438"/>
                <a:gd name="connsiteX59" fmla="*/ 547189 w 5890489"/>
                <a:gd name="connsiteY59" fmla="*/ 3308422 h 6578438"/>
                <a:gd name="connsiteX60" fmla="*/ 441195 w 5890489"/>
                <a:gd name="connsiteY60" fmla="*/ 3866306 h 6578438"/>
                <a:gd name="connsiteX61" fmla="*/ 527182 w 5890489"/>
                <a:gd name="connsiteY61" fmla="*/ 4439174 h 6578438"/>
                <a:gd name="connsiteX62" fmla="*/ 775073 w 5890489"/>
                <a:gd name="connsiteY62" fmla="*/ 4987240 h 6578438"/>
                <a:gd name="connsiteX63" fmla="*/ 943206 w 5890489"/>
                <a:gd name="connsiteY63" fmla="*/ 5244933 h 6578438"/>
                <a:gd name="connsiteX64" fmla="*/ 1133728 w 5890489"/>
                <a:gd name="connsiteY64" fmla="*/ 5490356 h 6578438"/>
                <a:gd name="connsiteX65" fmla="*/ 1359626 w 5890489"/>
                <a:gd name="connsiteY65" fmla="*/ 5709815 h 6578438"/>
                <a:gd name="connsiteX66" fmla="*/ 1481254 w 5890489"/>
                <a:gd name="connsiteY66" fmla="*/ 5809146 h 6578438"/>
                <a:gd name="connsiteX67" fmla="*/ 1543260 w 5890489"/>
                <a:gd name="connsiteY67" fmla="*/ 5856940 h 6578438"/>
                <a:gd name="connsiteX68" fmla="*/ 1607518 w 5890489"/>
                <a:gd name="connsiteY68" fmla="*/ 5901374 h 6578438"/>
                <a:gd name="connsiteX69" fmla="*/ 2145566 w 5890489"/>
                <a:gd name="connsiteY69" fmla="*/ 6193814 h 6578438"/>
                <a:gd name="connsiteX70" fmla="*/ 2214991 w 5890489"/>
                <a:gd name="connsiteY70" fmla="*/ 6221844 h 6578438"/>
                <a:gd name="connsiteX71" fmla="*/ 2249307 w 5890489"/>
                <a:gd name="connsiteY71" fmla="*/ 6236182 h 6578438"/>
                <a:gd name="connsiteX72" fmla="*/ 2284285 w 5890489"/>
                <a:gd name="connsiteY72" fmla="*/ 6248711 h 6578438"/>
                <a:gd name="connsiteX73" fmla="*/ 2354241 w 5890489"/>
                <a:gd name="connsiteY73" fmla="*/ 6273124 h 6578438"/>
                <a:gd name="connsiteX74" fmla="*/ 2371597 w 5890489"/>
                <a:gd name="connsiteY74" fmla="*/ 6279324 h 6578438"/>
                <a:gd name="connsiteX75" fmla="*/ 2387894 w 5890489"/>
                <a:gd name="connsiteY75" fmla="*/ 6287719 h 6578438"/>
                <a:gd name="connsiteX76" fmla="*/ 2421414 w 5890489"/>
                <a:gd name="connsiteY76" fmla="*/ 6302186 h 6578438"/>
                <a:gd name="connsiteX77" fmla="*/ 2489117 w 5890489"/>
                <a:gd name="connsiteY77" fmla="*/ 6329441 h 6578438"/>
                <a:gd name="connsiteX78" fmla="*/ 2522902 w 5890489"/>
                <a:gd name="connsiteY78" fmla="*/ 6343134 h 6578438"/>
                <a:gd name="connsiteX79" fmla="*/ 2556953 w 5890489"/>
                <a:gd name="connsiteY79" fmla="*/ 6356051 h 6578438"/>
                <a:gd name="connsiteX80" fmla="*/ 2695009 w 5890489"/>
                <a:gd name="connsiteY80" fmla="*/ 6401905 h 6578438"/>
                <a:gd name="connsiteX81" fmla="*/ 3268035 w 5890489"/>
                <a:gd name="connsiteY81" fmla="*/ 6501238 h 6578438"/>
                <a:gd name="connsiteX82" fmla="*/ 3341038 w 5890489"/>
                <a:gd name="connsiteY82" fmla="*/ 6506145 h 6578438"/>
                <a:gd name="connsiteX83" fmla="*/ 3414703 w 5890489"/>
                <a:gd name="connsiteY83" fmla="*/ 6507050 h 6578438"/>
                <a:gd name="connsiteX84" fmla="*/ 3488237 w 5890489"/>
                <a:gd name="connsiteY84" fmla="*/ 6508212 h 6578438"/>
                <a:gd name="connsiteX85" fmla="*/ 3524142 w 5890489"/>
                <a:gd name="connsiteY85" fmla="*/ 6507955 h 6578438"/>
                <a:gd name="connsiteX86" fmla="*/ 3559252 w 5890489"/>
                <a:gd name="connsiteY86" fmla="*/ 6506921 h 6578438"/>
                <a:gd name="connsiteX87" fmla="*/ 3629207 w 5890489"/>
                <a:gd name="connsiteY87" fmla="*/ 6503045 h 6578438"/>
                <a:gd name="connsiteX88" fmla="*/ 3698633 w 5890489"/>
                <a:gd name="connsiteY88" fmla="*/ 6496845 h 6578438"/>
                <a:gd name="connsiteX89" fmla="*/ 3733213 w 5890489"/>
                <a:gd name="connsiteY89" fmla="*/ 6493357 h 6578438"/>
                <a:gd name="connsiteX90" fmla="*/ 3767529 w 5890489"/>
                <a:gd name="connsiteY90" fmla="*/ 6488707 h 6578438"/>
                <a:gd name="connsiteX91" fmla="*/ 3801845 w 5890489"/>
                <a:gd name="connsiteY91" fmla="*/ 6484057 h 6578438"/>
                <a:gd name="connsiteX92" fmla="*/ 3835895 w 5890489"/>
                <a:gd name="connsiteY92" fmla="*/ 6478116 h 6578438"/>
                <a:gd name="connsiteX93" fmla="*/ 4364801 w 5890489"/>
                <a:gd name="connsiteY93" fmla="*/ 6308517 h 6578438"/>
                <a:gd name="connsiteX94" fmla="*/ 4861379 w 5890489"/>
                <a:gd name="connsiteY94" fmla="*/ 6000576 h 6578438"/>
                <a:gd name="connsiteX95" fmla="*/ 5341263 w 5890489"/>
                <a:gd name="connsiteY95" fmla="*/ 5605834 h 6578438"/>
                <a:gd name="connsiteX96" fmla="*/ 5587301 w 5890489"/>
                <a:gd name="connsiteY96" fmla="*/ 5390379 h 6578438"/>
                <a:gd name="connsiteX97" fmla="*/ 5849105 w 5890489"/>
                <a:gd name="connsiteY97" fmla="*/ 5176344 h 6578438"/>
                <a:gd name="connsiteX98" fmla="*/ 5890489 w 5890489"/>
                <a:gd name="connsiteY98" fmla="*/ 5145260 h 6578438"/>
                <a:gd name="connsiteX99" fmla="*/ 5890489 w 5890489"/>
                <a:gd name="connsiteY99" fmla="*/ 5995323 h 6578438"/>
                <a:gd name="connsiteX100" fmla="*/ 5811477 w 5890489"/>
                <a:gd name="connsiteY100" fmla="*/ 6077819 h 6578438"/>
                <a:gd name="connsiteX101" fmla="*/ 5301384 w 5890489"/>
                <a:gd name="connsiteY101" fmla="*/ 6542958 h 6578438"/>
                <a:gd name="connsiteX102" fmla="*/ 5252008 w 5890489"/>
                <a:gd name="connsiteY102" fmla="*/ 6578438 h 6578438"/>
                <a:gd name="connsiteX103" fmla="*/ 1653730 w 5890489"/>
                <a:gd name="connsiteY103" fmla="*/ 6578438 h 6578438"/>
                <a:gd name="connsiteX104" fmla="*/ 1549768 w 5890489"/>
                <a:gd name="connsiteY104" fmla="*/ 6488821 h 6578438"/>
                <a:gd name="connsiteX105" fmla="*/ 1298282 w 5890489"/>
                <a:gd name="connsiteY105" fmla="*/ 6243932 h 6578438"/>
                <a:gd name="connsiteX106" fmla="*/ 1237999 w 5890489"/>
                <a:gd name="connsiteY106" fmla="*/ 6181671 h 6578438"/>
                <a:gd name="connsiteX107" fmla="*/ 1179967 w 5890489"/>
                <a:gd name="connsiteY107" fmla="*/ 6117862 h 6578438"/>
                <a:gd name="connsiteX108" fmla="*/ 1121936 w 5890489"/>
                <a:gd name="connsiteY108" fmla="*/ 6054569 h 6578438"/>
                <a:gd name="connsiteX109" fmla="*/ 1065628 w 5890489"/>
                <a:gd name="connsiteY109" fmla="*/ 5990243 h 6578438"/>
                <a:gd name="connsiteX110" fmla="*/ 954335 w 5890489"/>
                <a:gd name="connsiteY110" fmla="*/ 5861460 h 6578438"/>
                <a:gd name="connsiteX111" fmla="*/ 898953 w 5890489"/>
                <a:gd name="connsiteY111" fmla="*/ 5797393 h 6578438"/>
                <a:gd name="connsiteX112" fmla="*/ 842908 w 5890489"/>
                <a:gd name="connsiteY112" fmla="*/ 5733582 h 6578438"/>
                <a:gd name="connsiteX113" fmla="*/ 622442 w 5890489"/>
                <a:gd name="connsiteY113" fmla="*/ 5471884 h 6578438"/>
                <a:gd name="connsiteX114" fmla="*/ 425559 w 5890489"/>
                <a:gd name="connsiteY114" fmla="*/ 5190036 h 6578438"/>
                <a:gd name="connsiteX115" fmla="*/ 123877 w 5890489"/>
                <a:gd name="connsiteY115" fmla="*/ 4564210 h 6578438"/>
                <a:gd name="connsiteX116" fmla="*/ 130 w 5890489"/>
                <a:gd name="connsiteY116" fmla="*/ 3865530 h 6578438"/>
                <a:gd name="connsiteX117" fmla="*/ 30602 w 5890489"/>
                <a:gd name="connsiteY117" fmla="*/ 3505793 h 6578438"/>
                <a:gd name="connsiteX118" fmla="*/ 126924 w 5890489"/>
                <a:gd name="connsiteY118" fmla="*/ 3157164 h 6578438"/>
                <a:gd name="connsiteX119" fmla="*/ 334803 w 5890489"/>
                <a:gd name="connsiteY119" fmla="*/ 2560530 h 6578438"/>
                <a:gd name="connsiteX120" fmla="*/ 381176 w 5890489"/>
                <a:gd name="connsiteY120" fmla="*/ 2409144 h 6578438"/>
                <a:gd name="connsiteX121" fmla="*/ 425825 w 5890489"/>
                <a:gd name="connsiteY121" fmla="*/ 2255819 h 6578438"/>
                <a:gd name="connsiteX122" fmla="*/ 470210 w 5890489"/>
                <a:gd name="connsiteY122" fmla="*/ 2099523 h 6578438"/>
                <a:gd name="connsiteX123" fmla="*/ 492998 w 5890489"/>
                <a:gd name="connsiteY123" fmla="*/ 2020213 h 6578438"/>
                <a:gd name="connsiteX124" fmla="*/ 517509 w 5890489"/>
                <a:gd name="connsiteY124" fmla="*/ 1939224 h 6578438"/>
                <a:gd name="connsiteX125" fmla="*/ 544007 w 5890489"/>
                <a:gd name="connsiteY125" fmla="*/ 1857201 h 6578438"/>
                <a:gd name="connsiteX126" fmla="*/ 573288 w 5890489"/>
                <a:gd name="connsiteY126" fmla="*/ 1774274 h 6578438"/>
                <a:gd name="connsiteX127" fmla="*/ 606146 w 5890489"/>
                <a:gd name="connsiteY127" fmla="*/ 1690832 h 6578438"/>
                <a:gd name="connsiteX128" fmla="*/ 644569 w 5890489"/>
                <a:gd name="connsiteY128" fmla="*/ 1607775 h 6578438"/>
                <a:gd name="connsiteX129" fmla="*/ 837874 w 5890489"/>
                <a:gd name="connsiteY129" fmla="*/ 1297638 h 6578438"/>
                <a:gd name="connsiteX130" fmla="*/ 1069602 w 5890489"/>
                <a:gd name="connsiteY130" fmla="*/ 1032194 h 6578438"/>
                <a:gd name="connsiteX131" fmla="*/ 1130548 w 5890489"/>
                <a:gd name="connsiteY131" fmla="*/ 970839 h 6578438"/>
                <a:gd name="connsiteX132" fmla="*/ 1192024 w 5890489"/>
                <a:gd name="connsiteY132" fmla="*/ 910129 h 6578438"/>
                <a:gd name="connsiteX133" fmla="*/ 1255356 w 5890489"/>
                <a:gd name="connsiteY133" fmla="*/ 850841 h 6578438"/>
                <a:gd name="connsiteX134" fmla="*/ 1319614 w 5890489"/>
                <a:gd name="connsiteY134" fmla="*/ 792068 h 6578438"/>
                <a:gd name="connsiteX135" fmla="*/ 1385728 w 5890489"/>
                <a:gd name="connsiteY135" fmla="*/ 734975 h 6578438"/>
                <a:gd name="connsiteX136" fmla="*/ 1452768 w 5890489"/>
                <a:gd name="connsiteY136" fmla="*/ 678528 h 6578438"/>
                <a:gd name="connsiteX137" fmla="*/ 1469594 w 5890489"/>
                <a:gd name="connsiteY137" fmla="*/ 664449 h 6578438"/>
                <a:gd name="connsiteX138" fmla="*/ 1487083 w 5890489"/>
                <a:gd name="connsiteY138" fmla="*/ 651015 h 6578438"/>
                <a:gd name="connsiteX139" fmla="*/ 1522193 w 5890489"/>
                <a:gd name="connsiteY139" fmla="*/ 624277 h 6578438"/>
                <a:gd name="connsiteX140" fmla="*/ 1592415 w 5890489"/>
                <a:gd name="connsiteY140" fmla="*/ 570671 h 6578438"/>
                <a:gd name="connsiteX141" fmla="*/ 1738287 w 5890489"/>
                <a:gd name="connsiteY141" fmla="*/ 469402 h 6578438"/>
                <a:gd name="connsiteX142" fmla="*/ 1890918 w 5890489"/>
                <a:gd name="connsiteY142" fmla="*/ 376530 h 6578438"/>
                <a:gd name="connsiteX143" fmla="*/ 2555363 w 5890489"/>
                <a:gd name="connsiteY143" fmla="*/ 105274 h 6578438"/>
                <a:gd name="connsiteX144" fmla="*/ 3259291 w 5890489"/>
                <a:gd name="connsiteY144" fmla="*/ 3229 h 6578438"/>
                <a:gd name="connsiteX145" fmla="*/ 3347265 w 5890489"/>
                <a:gd name="connsiteY145" fmla="*/ 903 h 657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5890489" h="6578438">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ACA5348F-9FF6-485F-898D-1BED7EC727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5999" y="52997"/>
              <a:ext cx="6093363" cy="6805004"/>
            </a:xfrm>
            <a:custGeom>
              <a:avLst/>
              <a:gdLst>
                <a:gd name="connsiteX0" fmla="*/ 3517682 w 5890491"/>
                <a:gd name="connsiteY0" fmla="*/ 0 h 6578439"/>
                <a:gd name="connsiteX1" fmla="*/ 5849513 w 5890491"/>
                <a:gd name="connsiteY1" fmla="*/ 841730 h 6578439"/>
                <a:gd name="connsiteX2" fmla="*/ 5890491 w 5890491"/>
                <a:gd name="connsiteY2" fmla="*/ 879061 h 6578439"/>
                <a:gd name="connsiteX3" fmla="*/ 5890491 w 5890491"/>
                <a:gd name="connsiteY3" fmla="*/ 2034114 h 6578439"/>
                <a:gd name="connsiteX4" fmla="*/ 5757065 w 5890491"/>
                <a:gd name="connsiteY4" fmla="*/ 1854938 h 6578439"/>
                <a:gd name="connsiteX5" fmla="*/ 5564060 w 5890491"/>
                <a:gd name="connsiteY5" fmla="*/ 1642182 h 6578439"/>
                <a:gd name="connsiteX6" fmla="*/ 3517551 w 5890491"/>
                <a:gd name="connsiteY6" fmla="*/ 790012 h 6578439"/>
                <a:gd name="connsiteX7" fmla="*/ 1611552 w 5890491"/>
                <a:gd name="connsiteY7" fmla="*/ 1543282 h 6578439"/>
                <a:gd name="connsiteX8" fmla="*/ 1340656 w 5890491"/>
                <a:gd name="connsiteY8" fmla="*/ 1897925 h 6578439"/>
                <a:gd name="connsiteX9" fmla="*/ 1201705 w 5890491"/>
                <a:gd name="connsiteY9" fmla="*/ 2361213 h 6578439"/>
                <a:gd name="connsiteX10" fmla="*/ 852705 w 5890491"/>
                <a:gd name="connsiteY10" fmla="*/ 3529176 h 6578439"/>
                <a:gd name="connsiteX11" fmla="*/ 863863 w 5890491"/>
                <a:gd name="connsiteY11" fmla="*/ 4437051 h 6578439"/>
                <a:gd name="connsiteX12" fmla="*/ 1413569 w 5890491"/>
                <a:gd name="connsiteY12" fmla="*/ 5357174 h 6578439"/>
                <a:gd name="connsiteX13" fmla="*/ 2339129 w 5890491"/>
                <a:gd name="connsiteY13" fmla="*/ 6143367 h 6578439"/>
                <a:gd name="connsiteX14" fmla="*/ 3439449 w 5890491"/>
                <a:gd name="connsiteY14" fmla="*/ 6420049 h 6578439"/>
                <a:gd name="connsiteX15" fmla="*/ 5251388 w 5890491"/>
                <a:gd name="connsiteY15" fmla="*/ 5349009 h 6578439"/>
                <a:gd name="connsiteX16" fmla="*/ 5657731 w 5890491"/>
                <a:gd name="connsiteY16" fmla="*/ 4959205 h 6578439"/>
                <a:gd name="connsiteX17" fmla="*/ 5836127 w 5890491"/>
                <a:gd name="connsiteY17" fmla="*/ 4792052 h 6578439"/>
                <a:gd name="connsiteX18" fmla="*/ 5890491 w 5890491"/>
                <a:gd name="connsiteY18" fmla="*/ 4738662 h 6578439"/>
                <a:gd name="connsiteX19" fmla="*/ 5890491 w 5890491"/>
                <a:gd name="connsiteY19" fmla="*/ 5821964 h 6578439"/>
                <a:gd name="connsiteX20" fmla="*/ 5802001 w 5890491"/>
                <a:gd name="connsiteY20" fmla="*/ 5907904 h 6578439"/>
                <a:gd name="connsiteX21" fmla="*/ 5294358 w 5890491"/>
                <a:gd name="connsiteY21" fmla="*/ 6397505 h 6578439"/>
                <a:gd name="connsiteX22" fmla="*/ 5077178 w 5890491"/>
                <a:gd name="connsiteY22" fmla="*/ 6578439 h 6578439"/>
                <a:gd name="connsiteX23" fmla="*/ 1567290 w 5890491"/>
                <a:gd name="connsiteY23" fmla="*/ 6578439 h 6578439"/>
                <a:gd name="connsiteX24" fmla="*/ 1508588 w 5890491"/>
                <a:gd name="connsiteY24" fmla="*/ 6535186 h 6578439"/>
                <a:gd name="connsiteX25" fmla="*/ 826498 w 5890491"/>
                <a:gd name="connsiteY25" fmla="*/ 5876034 h 6578439"/>
                <a:gd name="connsiteX26" fmla="*/ 122403 w 5890491"/>
                <a:gd name="connsiteY26" fmla="*/ 3255655 h 6578439"/>
                <a:gd name="connsiteX27" fmla="*/ 1061197 w 5890491"/>
                <a:gd name="connsiteY27" fmla="*/ 984650 h 6578439"/>
                <a:gd name="connsiteX28" fmla="*/ 3517682 w 5890491"/>
                <a:gd name="connsiteY28" fmla="*/ 0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890491" h="6578439">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Shape 32">
              <a:extLst>
                <a:ext uri="{FF2B5EF4-FFF2-40B4-BE49-F238E27FC236}">
                  <a16:creationId xmlns:a16="http://schemas.microsoft.com/office/drawing/2014/main" id="{33B89F41-1D91-447A-88C5-8A917809FE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0" y="52997"/>
              <a:ext cx="6093362" cy="6805004"/>
            </a:xfrm>
            <a:custGeom>
              <a:avLst/>
              <a:gdLst>
                <a:gd name="connsiteX0" fmla="*/ 5890490 w 5890490"/>
                <a:gd name="connsiteY0" fmla="*/ 5389037 h 6578439"/>
                <a:gd name="connsiteX1" fmla="*/ 5890490 w 5890490"/>
                <a:gd name="connsiteY1" fmla="*/ 5855587 h 6578439"/>
                <a:gd name="connsiteX2" fmla="*/ 5784593 w 5890490"/>
                <a:gd name="connsiteY2" fmla="*/ 5962054 h 6578439"/>
                <a:gd name="connsiteX3" fmla="*/ 5663414 w 5890490"/>
                <a:gd name="connsiteY3" fmla="*/ 6082564 h 6578439"/>
                <a:gd name="connsiteX4" fmla="*/ 5147099 w 5890490"/>
                <a:gd name="connsiteY4" fmla="*/ 6547726 h 6578439"/>
                <a:gd name="connsiteX5" fmla="*/ 5105015 w 5890490"/>
                <a:gd name="connsiteY5" fmla="*/ 6578439 h 6578439"/>
                <a:gd name="connsiteX6" fmla="*/ 4385601 w 5890490"/>
                <a:gd name="connsiteY6" fmla="*/ 6578439 h 6578439"/>
                <a:gd name="connsiteX7" fmla="*/ 4507252 w 5890490"/>
                <a:gd name="connsiteY7" fmla="*/ 6515968 h 6578439"/>
                <a:gd name="connsiteX8" fmla="*/ 4909330 w 5890490"/>
                <a:gd name="connsiteY8" fmla="*/ 6253453 h 6578439"/>
                <a:gd name="connsiteX9" fmla="*/ 5411374 w 5890490"/>
                <a:gd name="connsiteY9" fmla="*/ 5828544 h 6578439"/>
                <a:gd name="connsiteX10" fmla="*/ 5533570 w 5890490"/>
                <a:gd name="connsiteY10" fmla="*/ 5714534 h 6578439"/>
                <a:gd name="connsiteX11" fmla="*/ 5657425 w 5890490"/>
                <a:gd name="connsiteY11" fmla="*/ 5597650 h 6578439"/>
                <a:gd name="connsiteX12" fmla="*/ 3336813 w 5890490"/>
                <a:gd name="connsiteY12" fmla="*/ 499 h 6578439"/>
                <a:gd name="connsiteX13" fmla="*/ 3513674 w 5890490"/>
                <a:gd name="connsiteY13" fmla="*/ 1202 h 6578439"/>
                <a:gd name="connsiteX14" fmla="*/ 3602743 w 5890490"/>
                <a:gd name="connsiteY14" fmla="*/ 4827 h 6578439"/>
                <a:gd name="connsiteX15" fmla="*/ 3647213 w 5890490"/>
                <a:gd name="connsiteY15" fmla="*/ 6703 h 6578439"/>
                <a:gd name="connsiteX16" fmla="*/ 3691684 w 5890490"/>
                <a:gd name="connsiteY16" fmla="*/ 9453 h 6578439"/>
                <a:gd name="connsiteX17" fmla="*/ 3868927 w 5890490"/>
                <a:gd name="connsiteY17" fmla="*/ 27080 h 6578439"/>
                <a:gd name="connsiteX18" fmla="*/ 5200872 w 5890490"/>
                <a:gd name="connsiteY18" fmla="*/ 472240 h 6578439"/>
                <a:gd name="connsiteX19" fmla="*/ 5772711 w 5890490"/>
                <a:gd name="connsiteY19" fmla="*/ 866334 h 6578439"/>
                <a:gd name="connsiteX20" fmla="*/ 5890490 w 5890490"/>
                <a:gd name="connsiteY20" fmla="*/ 972426 h 6578439"/>
                <a:gd name="connsiteX21" fmla="*/ 5890490 w 5890490"/>
                <a:gd name="connsiteY21" fmla="*/ 1158576 h 6578439"/>
                <a:gd name="connsiteX22" fmla="*/ 5676045 w 5890490"/>
                <a:gd name="connsiteY22" fmla="*/ 986969 h 6578439"/>
                <a:gd name="connsiteX23" fmla="*/ 5103776 w 5890490"/>
                <a:gd name="connsiteY23" fmla="*/ 655879 h 6578439"/>
                <a:gd name="connsiteX24" fmla="*/ 4482465 w 5890490"/>
                <a:gd name="connsiteY24" fmla="*/ 440363 h 6578439"/>
                <a:gd name="connsiteX25" fmla="*/ 4402444 w 5890490"/>
                <a:gd name="connsiteY25" fmla="*/ 422111 h 6578439"/>
                <a:gd name="connsiteX26" fmla="*/ 4322423 w 5890490"/>
                <a:gd name="connsiteY26" fmla="*/ 404610 h 6578439"/>
                <a:gd name="connsiteX27" fmla="*/ 4241892 w 5890490"/>
                <a:gd name="connsiteY27" fmla="*/ 389858 h 6578439"/>
                <a:gd name="connsiteX28" fmla="*/ 4201627 w 5890490"/>
                <a:gd name="connsiteY28" fmla="*/ 382483 h 6578439"/>
                <a:gd name="connsiteX29" fmla="*/ 4161234 w 5890490"/>
                <a:gd name="connsiteY29" fmla="*/ 375857 h 6578439"/>
                <a:gd name="connsiteX30" fmla="*/ 3999280 w 5890490"/>
                <a:gd name="connsiteY30" fmla="*/ 353606 h 6578439"/>
                <a:gd name="connsiteX31" fmla="*/ 3836817 w 5890490"/>
                <a:gd name="connsiteY31" fmla="*/ 338480 h 6578439"/>
                <a:gd name="connsiteX32" fmla="*/ 3673972 w 5890490"/>
                <a:gd name="connsiteY32" fmla="*/ 330604 h 6578439"/>
                <a:gd name="connsiteX33" fmla="*/ 3511126 w 5890490"/>
                <a:gd name="connsiteY33" fmla="*/ 328978 h 6578439"/>
                <a:gd name="connsiteX34" fmla="*/ 3183142 w 5890490"/>
                <a:gd name="connsiteY34" fmla="*/ 342854 h 6578439"/>
                <a:gd name="connsiteX35" fmla="*/ 2541444 w 5890490"/>
                <a:gd name="connsiteY35" fmla="*/ 439988 h 6578439"/>
                <a:gd name="connsiteX36" fmla="*/ 1933895 w 5890490"/>
                <a:gd name="connsiteY36" fmla="*/ 650505 h 6578439"/>
                <a:gd name="connsiteX37" fmla="*/ 1378079 w 5890490"/>
                <a:gd name="connsiteY37" fmla="*/ 983905 h 6578439"/>
                <a:gd name="connsiteX38" fmla="*/ 1312967 w 5890490"/>
                <a:gd name="connsiteY38" fmla="*/ 1033660 h 6578439"/>
                <a:gd name="connsiteX39" fmla="*/ 1248364 w 5890490"/>
                <a:gd name="connsiteY39" fmla="*/ 1084413 h 6578439"/>
                <a:gd name="connsiteX40" fmla="*/ 1185163 w 5890490"/>
                <a:gd name="connsiteY40" fmla="*/ 1137168 h 6578439"/>
                <a:gd name="connsiteX41" fmla="*/ 1122852 w 5890490"/>
                <a:gd name="connsiteY41" fmla="*/ 1190922 h 6578439"/>
                <a:gd name="connsiteX42" fmla="*/ 892092 w 5890490"/>
                <a:gd name="connsiteY42" fmla="*/ 1421440 h 6578439"/>
                <a:gd name="connsiteX43" fmla="*/ 707202 w 5890490"/>
                <a:gd name="connsiteY43" fmla="*/ 1684212 h 6578439"/>
                <a:gd name="connsiteX44" fmla="*/ 670121 w 5890490"/>
                <a:gd name="connsiteY44" fmla="*/ 1756093 h 6578439"/>
                <a:gd name="connsiteX45" fmla="*/ 637630 w 5890490"/>
                <a:gd name="connsiteY45" fmla="*/ 1830724 h 6578439"/>
                <a:gd name="connsiteX46" fmla="*/ 607685 w 5890490"/>
                <a:gd name="connsiteY46" fmla="*/ 1907105 h 6578439"/>
                <a:gd name="connsiteX47" fmla="*/ 580034 w 5890490"/>
                <a:gd name="connsiteY47" fmla="*/ 1984986 h 6578439"/>
                <a:gd name="connsiteX48" fmla="*/ 481919 w 5890490"/>
                <a:gd name="connsiteY48" fmla="*/ 2304386 h 6578439"/>
                <a:gd name="connsiteX49" fmla="*/ 433881 w 5890490"/>
                <a:gd name="connsiteY49" fmla="*/ 2465399 h 6578439"/>
                <a:gd name="connsiteX50" fmla="*/ 384442 w 5890490"/>
                <a:gd name="connsiteY50" fmla="*/ 2626163 h 6578439"/>
                <a:gd name="connsiteX51" fmla="*/ 166039 w 5890490"/>
                <a:gd name="connsiteY51" fmla="*/ 3261338 h 6578439"/>
                <a:gd name="connsiteX52" fmla="*/ 56202 w 5890490"/>
                <a:gd name="connsiteY52" fmla="*/ 3910265 h 6578439"/>
                <a:gd name="connsiteX53" fmla="*/ 93664 w 5890490"/>
                <a:gd name="connsiteY53" fmla="*/ 4237292 h 6578439"/>
                <a:gd name="connsiteX54" fmla="*/ 111758 w 5890490"/>
                <a:gd name="connsiteY54" fmla="*/ 4317548 h 6578439"/>
                <a:gd name="connsiteX55" fmla="*/ 133038 w 5890490"/>
                <a:gd name="connsiteY55" fmla="*/ 4397054 h 6578439"/>
                <a:gd name="connsiteX56" fmla="*/ 157757 w 5890490"/>
                <a:gd name="connsiteY56" fmla="*/ 4475560 h 6578439"/>
                <a:gd name="connsiteX57" fmla="*/ 185153 w 5890490"/>
                <a:gd name="connsiteY57" fmla="*/ 4553066 h 6578439"/>
                <a:gd name="connsiteX58" fmla="*/ 493642 w 5890490"/>
                <a:gd name="connsiteY58" fmla="*/ 5132239 h 6578439"/>
                <a:gd name="connsiteX59" fmla="*/ 914391 w 5890490"/>
                <a:gd name="connsiteY59" fmla="*/ 5636528 h 6578439"/>
                <a:gd name="connsiteX60" fmla="*/ 1402034 w 5890490"/>
                <a:gd name="connsiteY60" fmla="*/ 6076188 h 6578439"/>
                <a:gd name="connsiteX61" fmla="*/ 1664397 w 5890490"/>
                <a:gd name="connsiteY61" fmla="*/ 6267079 h 6578439"/>
                <a:gd name="connsiteX62" fmla="*/ 1938992 w 5890490"/>
                <a:gd name="connsiteY62" fmla="*/ 6434343 h 6578439"/>
                <a:gd name="connsiteX63" fmla="*/ 2225931 w 5890490"/>
                <a:gd name="connsiteY63" fmla="*/ 6574322 h 6578439"/>
                <a:gd name="connsiteX64" fmla="*/ 2236328 w 5890490"/>
                <a:gd name="connsiteY64" fmla="*/ 6578439 h 6578439"/>
                <a:gd name="connsiteX65" fmla="*/ 1504665 w 5890490"/>
                <a:gd name="connsiteY65" fmla="*/ 6578439 h 6578439"/>
                <a:gd name="connsiteX66" fmla="*/ 1456827 w 5890490"/>
                <a:gd name="connsiteY66" fmla="*/ 6543476 h 6578439"/>
                <a:gd name="connsiteX67" fmla="*/ 1188475 w 5890490"/>
                <a:gd name="connsiteY67" fmla="*/ 6314083 h 6578439"/>
                <a:gd name="connsiteX68" fmla="*/ 721728 w 5890490"/>
                <a:gd name="connsiteY68" fmla="*/ 5798666 h 6578439"/>
                <a:gd name="connsiteX69" fmla="*/ 344175 w 5890490"/>
                <a:gd name="connsiteY69" fmla="*/ 5219495 h 6578439"/>
                <a:gd name="connsiteX70" fmla="*/ 87293 w 5890490"/>
                <a:gd name="connsiteY70" fmla="*/ 4583569 h 6578439"/>
                <a:gd name="connsiteX71" fmla="*/ 65886 w 5890490"/>
                <a:gd name="connsiteY71" fmla="*/ 4500813 h 6578439"/>
                <a:gd name="connsiteX72" fmla="*/ 47409 w 5890490"/>
                <a:gd name="connsiteY72" fmla="*/ 4417431 h 6578439"/>
                <a:gd name="connsiteX73" fmla="*/ 39000 w 5890490"/>
                <a:gd name="connsiteY73" fmla="*/ 4375677 h 6578439"/>
                <a:gd name="connsiteX74" fmla="*/ 31610 w 5890490"/>
                <a:gd name="connsiteY74" fmla="*/ 4333674 h 6578439"/>
                <a:gd name="connsiteX75" fmla="*/ 18868 w 5890490"/>
                <a:gd name="connsiteY75" fmla="*/ 4249417 h 6578439"/>
                <a:gd name="connsiteX76" fmla="*/ 646 w 5890490"/>
                <a:gd name="connsiteY76" fmla="*/ 3910265 h 6578439"/>
                <a:gd name="connsiteX77" fmla="*/ 130234 w 5890490"/>
                <a:gd name="connsiteY77" fmla="*/ 3248337 h 6578439"/>
                <a:gd name="connsiteX78" fmla="*/ 335383 w 5890490"/>
                <a:gd name="connsiteY78" fmla="*/ 2611911 h 6578439"/>
                <a:gd name="connsiteX79" fmla="*/ 487272 w 5890490"/>
                <a:gd name="connsiteY79" fmla="*/ 1958609 h 6578439"/>
                <a:gd name="connsiteX80" fmla="*/ 508550 w 5890490"/>
                <a:gd name="connsiteY80" fmla="*/ 1876227 h 6578439"/>
                <a:gd name="connsiteX81" fmla="*/ 531742 w 5890490"/>
                <a:gd name="connsiteY81" fmla="*/ 1793721 h 6578439"/>
                <a:gd name="connsiteX82" fmla="*/ 558245 w 5890490"/>
                <a:gd name="connsiteY82" fmla="*/ 1711465 h 6578439"/>
                <a:gd name="connsiteX83" fmla="*/ 590100 w 5890490"/>
                <a:gd name="connsiteY83" fmla="*/ 1630332 h 6578439"/>
                <a:gd name="connsiteX84" fmla="*/ 758680 w 5890490"/>
                <a:gd name="connsiteY84" fmla="*/ 1322433 h 6578439"/>
                <a:gd name="connsiteX85" fmla="*/ 976317 w 5890490"/>
                <a:gd name="connsiteY85" fmla="*/ 1049286 h 6578439"/>
                <a:gd name="connsiteX86" fmla="*/ 1035314 w 5890490"/>
                <a:gd name="connsiteY86" fmla="*/ 985406 h 6578439"/>
                <a:gd name="connsiteX87" fmla="*/ 1095329 w 5890490"/>
                <a:gd name="connsiteY87" fmla="*/ 922526 h 6578439"/>
                <a:gd name="connsiteX88" fmla="*/ 1157384 w 5890490"/>
                <a:gd name="connsiteY88" fmla="*/ 861271 h 6578439"/>
                <a:gd name="connsiteX89" fmla="*/ 1220841 w 5890490"/>
                <a:gd name="connsiteY89" fmla="*/ 801017 h 6578439"/>
                <a:gd name="connsiteX90" fmla="*/ 1286462 w 5890490"/>
                <a:gd name="connsiteY90" fmla="*/ 742886 h 6578439"/>
                <a:gd name="connsiteX91" fmla="*/ 1353233 w 5890490"/>
                <a:gd name="connsiteY91" fmla="*/ 685632 h 6578439"/>
                <a:gd name="connsiteX92" fmla="*/ 1369924 w 5890490"/>
                <a:gd name="connsiteY92" fmla="*/ 671256 h 6578439"/>
                <a:gd name="connsiteX93" fmla="*/ 1387380 w 5890490"/>
                <a:gd name="connsiteY93" fmla="*/ 657755 h 6578439"/>
                <a:gd name="connsiteX94" fmla="*/ 1422422 w 5890490"/>
                <a:gd name="connsiteY94" fmla="*/ 630877 h 6578439"/>
                <a:gd name="connsiteX95" fmla="*/ 1492759 w 5890490"/>
                <a:gd name="connsiteY95" fmla="*/ 577248 h 6578439"/>
                <a:gd name="connsiteX96" fmla="*/ 1528820 w 5890490"/>
                <a:gd name="connsiteY96" fmla="*/ 551496 h 6578439"/>
                <a:gd name="connsiteX97" fmla="*/ 1565390 w 5890490"/>
                <a:gd name="connsiteY97" fmla="*/ 526370 h 6578439"/>
                <a:gd name="connsiteX98" fmla="*/ 1639040 w 5890490"/>
                <a:gd name="connsiteY98" fmla="*/ 476490 h 6578439"/>
                <a:gd name="connsiteX99" fmla="*/ 1792075 w 5890490"/>
                <a:gd name="connsiteY99" fmla="*/ 384859 h 6578439"/>
                <a:gd name="connsiteX100" fmla="*/ 2455943 w 5890490"/>
                <a:gd name="connsiteY100" fmla="*/ 117836 h 6578439"/>
                <a:gd name="connsiteX101" fmla="*/ 3159952 w 5890490"/>
                <a:gd name="connsiteY101" fmla="*/ 7203 h 6578439"/>
                <a:gd name="connsiteX102" fmla="*/ 3336813 w 5890490"/>
                <a:gd name="connsiteY102" fmla="*/ 499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890490" h="6578439">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DCC231C8-C761-4B31-9B1C-C6D19248C6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557189"/>
            <a:ext cx="3374136" cy="5567891"/>
          </a:xfrm>
        </p:spPr>
        <p:txBody>
          <a:bodyPr>
            <a:normAutofit/>
          </a:bodyPr>
          <a:lstStyle/>
          <a:p>
            <a:r>
              <a:rPr lang="en-US" sz="4000"/>
              <a:t>Achievements</a:t>
            </a:r>
          </a:p>
        </p:txBody>
      </p:sp>
      <p:graphicFrame>
        <p:nvGraphicFramePr>
          <p:cNvPr id="5" name="Content Placeholder 2">
            <a:extLst>
              <a:ext uri="{FF2B5EF4-FFF2-40B4-BE49-F238E27FC236}">
                <a16:creationId xmlns:a16="http://schemas.microsoft.com/office/drawing/2014/main" id="{CD89DBFC-7AC6-0AA7-926E-CCFB610A2CF1}"/>
              </a:ext>
            </a:extLst>
          </p:cNvPr>
          <p:cNvGraphicFramePr>
            <a:graphicFrameLocks noGrp="1"/>
          </p:cNvGraphicFramePr>
          <p:nvPr>
            <p:ph idx="1"/>
            <p:extLst>
              <p:ext uri="{D42A27DB-BD31-4B8C-83A1-F6EECF244321}">
                <p14:modId xmlns:p14="http://schemas.microsoft.com/office/powerpoint/2010/main" val="388714031"/>
              </p:ext>
            </p:extLst>
          </p:nvPr>
        </p:nvGraphicFramePr>
        <p:xfrm>
          <a:off x="5093208" y="620392"/>
          <a:ext cx="6263640" cy="55046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327D73B4-9F5C-4A64-A179-51B9500CB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6657716" y="467271"/>
            <a:ext cx="4195674" cy="2052522"/>
          </a:xfrm>
        </p:spPr>
        <p:txBody>
          <a:bodyPr anchor="b">
            <a:normAutofit/>
          </a:bodyPr>
          <a:lstStyle/>
          <a:p>
            <a:r>
              <a:rPr lang="en-US" sz="5600"/>
              <a:t>Publications</a:t>
            </a:r>
          </a:p>
        </p:txBody>
      </p:sp>
      <p:grpSp>
        <p:nvGrpSpPr>
          <p:cNvPr id="34" name="Group 33">
            <a:extLst>
              <a:ext uri="{FF2B5EF4-FFF2-40B4-BE49-F238E27FC236}">
                <a16:creationId xmlns:a16="http://schemas.microsoft.com/office/drawing/2014/main" id="{05BBA018-FA75-43BF-99E6-1F5245727D2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2753" y="703679"/>
            <a:ext cx="753718" cy="1016562"/>
            <a:chOff x="422753" y="703679"/>
            <a:chExt cx="753718" cy="1016562"/>
          </a:xfrm>
        </p:grpSpPr>
        <p:sp>
          <p:nvSpPr>
            <p:cNvPr id="26"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956" y="703679"/>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chemeClr val="accent1"/>
            </a:solidFill>
            <a:ln w="776" cap="flat">
              <a:noFill/>
              <a:prstDash val="solid"/>
              <a:miter/>
            </a:ln>
          </p:spPr>
          <p:txBody>
            <a:bodyPr rtlCol="0" anchor="ctr"/>
            <a:lstStyle/>
            <a:p>
              <a:endParaRPr lang="en-US"/>
            </a:p>
          </p:txBody>
        </p:sp>
        <p:sp>
          <p:nvSpPr>
            <p:cNvPr id="36"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2753" y="1562696"/>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chemeClr val="accent1"/>
            </a:solidFill>
            <a:ln w="751" cap="flat">
              <a:noFill/>
              <a:prstDash val="solid"/>
              <a:miter/>
            </a:ln>
          </p:spPr>
          <p:txBody>
            <a:bodyPr rtlCol="0" anchor="ctr"/>
            <a:lstStyle/>
            <a:p>
              <a:endParaRPr lang="en-US"/>
            </a:p>
          </p:txBody>
        </p:sp>
      </p:grpSp>
      <p:sp>
        <p:nvSpPr>
          <p:cNvPr id="37" name="Freeform: Shape 36">
            <a:extLst>
              <a:ext uri="{FF2B5EF4-FFF2-40B4-BE49-F238E27FC236}">
                <a16:creationId xmlns:a16="http://schemas.microsoft.com/office/drawing/2014/main" id="{AB673405-BF85-493E-8558-0DCBEDB2BB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779610"/>
            <a:ext cx="4831130" cy="4078390"/>
          </a:xfrm>
          <a:custGeom>
            <a:avLst/>
            <a:gdLst>
              <a:gd name="connsiteX0" fmla="*/ 1960035 w 4831130"/>
              <a:gd name="connsiteY0" fmla="*/ 0 h 4078390"/>
              <a:gd name="connsiteX1" fmla="*/ 4831130 w 4831130"/>
              <a:gd name="connsiteY1" fmla="*/ 2871095 h 4078390"/>
              <a:gd name="connsiteX2" fmla="*/ 4605505 w 4831130"/>
              <a:gd name="connsiteY2" fmla="*/ 3988655 h 4078390"/>
              <a:gd name="connsiteX3" fmla="*/ 4562278 w 4831130"/>
              <a:gd name="connsiteY3" fmla="*/ 4078390 h 4078390"/>
              <a:gd name="connsiteX4" fmla="*/ 0 w 4831130"/>
              <a:gd name="connsiteY4" fmla="*/ 4078390 h 4078390"/>
              <a:gd name="connsiteX5" fmla="*/ 0 w 4831130"/>
              <a:gd name="connsiteY5" fmla="*/ 777181 h 4078390"/>
              <a:gd name="connsiteX6" fmla="*/ 133752 w 4831130"/>
              <a:gd name="connsiteY6" fmla="*/ 655619 h 4078390"/>
              <a:gd name="connsiteX7" fmla="*/ 1960035 w 4831130"/>
              <a:gd name="connsiteY7" fmla="*/ 0 h 4078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31130" h="4078390">
                <a:moveTo>
                  <a:pt x="1960035" y="0"/>
                </a:moveTo>
                <a:cubicBezTo>
                  <a:pt x="3545697" y="0"/>
                  <a:pt x="4831130" y="1285433"/>
                  <a:pt x="4831130" y="2871095"/>
                </a:cubicBezTo>
                <a:cubicBezTo>
                  <a:pt x="4831130" y="3267511"/>
                  <a:pt x="4750791" y="3645162"/>
                  <a:pt x="4605505" y="3988655"/>
                </a:cubicBezTo>
                <a:lnTo>
                  <a:pt x="4562278" y="4078390"/>
                </a:lnTo>
                <a:lnTo>
                  <a:pt x="0" y="4078390"/>
                </a:lnTo>
                <a:lnTo>
                  <a:pt x="0" y="777181"/>
                </a:lnTo>
                <a:lnTo>
                  <a:pt x="133752" y="655619"/>
                </a:lnTo>
                <a:cubicBezTo>
                  <a:pt x="630047" y="246040"/>
                  <a:pt x="1266308" y="0"/>
                  <a:pt x="1960035" y="0"/>
                </a:cubicBezTo>
                <a:close/>
              </a:path>
            </a:pathLst>
          </a:cu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1" name="Freeform: Shape 30">
            <a:extLst>
              <a:ext uri="{FF2B5EF4-FFF2-40B4-BE49-F238E27FC236}">
                <a16:creationId xmlns:a16="http://schemas.microsoft.com/office/drawing/2014/main" id="{C64EAE84-A813-4501-BC71-DBD14BA026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59782" y="1"/>
            <a:ext cx="4195674" cy="3095741"/>
          </a:xfrm>
          <a:custGeom>
            <a:avLst/>
            <a:gdLst>
              <a:gd name="connsiteX0" fmla="*/ 252211 w 4195674"/>
              <a:gd name="connsiteY0" fmla="*/ 0 h 3095741"/>
              <a:gd name="connsiteX1" fmla="*/ 3943464 w 4195674"/>
              <a:gd name="connsiteY1" fmla="*/ 0 h 3095741"/>
              <a:gd name="connsiteX2" fmla="*/ 4030816 w 4195674"/>
              <a:gd name="connsiteY2" fmla="*/ 181331 h 3095741"/>
              <a:gd name="connsiteX3" fmla="*/ 4195674 w 4195674"/>
              <a:gd name="connsiteY3" fmla="*/ 997904 h 3095741"/>
              <a:gd name="connsiteX4" fmla="*/ 2097837 w 4195674"/>
              <a:gd name="connsiteY4" fmla="*/ 3095741 h 3095741"/>
              <a:gd name="connsiteX5" fmla="*/ 0 w 4195674"/>
              <a:gd name="connsiteY5" fmla="*/ 997904 h 3095741"/>
              <a:gd name="connsiteX6" fmla="*/ 164859 w 4195674"/>
              <a:gd name="connsiteY6" fmla="*/ 181331 h 3095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95674" h="3095741">
                <a:moveTo>
                  <a:pt x="252211" y="0"/>
                </a:moveTo>
                <a:lnTo>
                  <a:pt x="3943464" y="0"/>
                </a:lnTo>
                <a:lnTo>
                  <a:pt x="4030816" y="181331"/>
                </a:lnTo>
                <a:cubicBezTo>
                  <a:pt x="4136972" y="432313"/>
                  <a:pt x="4195674" y="708253"/>
                  <a:pt x="4195674" y="997904"/>
                </a:cubicBezTo>
                <a:cubicBezTo>
                  <a:pt x="4195674" y="2156507"/>
                  <a:pt x="3256440" y="3095741"/>
                  <a:pt x="2097837" y="3095741"/>
                </a:cubicBezTo>
                <a:cubicBezTo>
                  <a:pt x="939234" y="3095741"/>
                  <a:pt x="0" y="2156507"/>
                  <a:pt x="0" y="997904"/>
                </a:cubicBezTo>
                <a:cubicBezTo>
                  <a:pt x="0" y="708253"/>
                  <a:pt x="58702" y="432313"/>
                  <a:pt x="164859" y="181331"/>
                </a:cubicBezTo>
                <a:close/>
              </a:path>
            </a:pathLst>
          </a:cu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5" name="Picture 4" descr="A close-up of a letter of acceptance&#10;&#10;AI-generated content may be incorrect.">
            <a:extLst>
              <a:ext uri="{FF2B5EF4-FFF2-40B4-BE49-F238E27FC236}">
                <a16:creationId xmlns:a16="http://schemas.microsoft.com/office/drawing/2014/main" id="{8B8E648B-EE78-60A1-0B6D-A6EC45AA9FEE}"/>
              </a:ext>
            </a:extLst>
          </p:cNvPr>
          <p:cNvPicPr>
            <a:picLocks noChangeAspect="1"/>
          </p:cNvPicPr>
          <p:nvPr/>
        </p:nvPicPr>
        <p:blipFill>
          <a:blip r:embed="rId2"/>
          <a:stretch>
            <a:fillRect/>
          </a:stretch>
        </p:blipFill>
        <p:spPr>
          <a:xfrm>
            <a:off x="3380472" y="165871"/>
            <a:ext cx="1665399" cy="2353922"/>
          </a:xfrm>
          <a:prstGeom prst="rect">
            <a:avLst/>
          </a:prstGeom>
        </p:spPr>
      </p:pic>
      <p:sp>
        <p:nvSpPr>
          <p:cNvPr id="3" name="Content Placeholder 2"/>
          <p:cNvSpPr>
            <a:spLocks noGrp="1"/>
          </p:cNvSpPr>
          <p:nvPr>
            <p:ph idx="1"/>
          </p:nvPr>
        </p:nvSpPr>
        <p:spPr>
          <a:xfrm>
            <a:off x="6657715" y="2990818"/>
            <a:ext cx="4195675" cy="2913872"/>
          </a:xfrm>
        </p:spPr>
        <p:txBody>
          <a:bodyPr anchor="t">
            <a:normAutofit/>
          </a:bodyPr>
          <a:lstStyle/>
          <a:p>
            <a:r>
              <a:rPr lang="en-US" sz="1400" b="1" dirty="0"/>
              <a:t>Social Media Post Detection using NLP and Machine Learning Classifiers</a:t>
            </a:r>
            <a:br>
              <a:rPr lang="en-US" sz="1400" dirty="0"/>
            </a:br>
            <a:r>
              <a:rPr lang="en-US" sz="1400" dirty="0"/>
              <a:t>Accepted at the </a:t>
            </a:r>
            <a:r>
              <a:rPr lang="en-US" sz="1400" b="1" dirty="0"/>
              <a:t>6th International Conference on IoT-Based Control Networks and Intelligent Systems (ICICNIS 2025)</a:t>
            </a:r>
            <a:r>
              <a:rPr lang="en-US" sz="1400" dirty="0"/>
              <a:t>, published by IEEE. This paper focuses on NLP and machine learning classifiers for detecting social media posts.</a:t>
            </a:r>
          </a:p>
          <a:p>
            <a:r>
              <a:rPr lang="en-US" sz="1400" b="1" dirty="0"/>
              <a:t>A Deep Learning-Based Approach to Classification of Hematological Diseases</a:t>
            </a:r>
            <a:br>
              <a:rPr lang="en-US" sz="1400" dirty="0"/>
            </a:br>
            <a:r>
              <a:rPr lang="en-US" sz="1400" dirty="0"/>
              <a:t>Accepted at the </a:t>
            </a:r>
            <a:r>
              <a:rPr lang="en-US" sz="1400" b="1" dirty="0"/>
              <a:t>4th International Conference on Intelligent Computing, Information, and Control Systems (ICOIICS 2025)</a:t>
            </a:r>
            <a:r>
              <a:rPr lang="en-US" sz="1400" dirty="0"/>
              <a:t>, published by IEEE. This paper explores deep learning for classifying hematological diseases.</a:t>
            </a:r>
          </a:p>
        </p:txBody>
      </p:sp>
      <p:pic>
        <p:nvPicPr>
          <p:cNvPr id="7" name="Picture 6" descr="A close-up of a letter of acceptance&#10;&#10;AI-generated content may be incorrect.">
            <a:extLst>
              <a:ext uri="{FF2B5EF4-FFF2-40B4-BE49-F238E27FC236}">
                <a16:creationId xmlns:a16="http://schemas.microsoft.com/office/drawing/2014/main" id="{A25A8776-E6D8-EA83-A85B-2D16A5A5887E}"/>
              </a:ext>
            </a:extLst>
          </p:cNvPr>
          <p:cNvPicPr>
            <a:picLocks noChangeAspect="1"/>
          </p:cNvPicPr>
          <p:nvPr/>
        </p:nvPicPr>
        <p:blipFill>
          <a:blip r:embed="rId3"/>
          <a:stretch>
            <a:fillRect/>
          </a:stretch>
        </p:blipFill>
        <p:spPr>
          <a:xfrm>
            <a:off x="1107744" y="3684772"/>
            <a:ext cx="1947571" cy="2752751"/>
          </a:xfrm>
          <a:prstGeom prst="rect">
            <a:avLst/>
          </a:prstGeom>
        </p:spPr>
      </p:pic>
      <p:sp>
        <p:nvSpPr>
          <p:cNvPr id="33"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54149" y="5775082"/>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chemeClr val="accent1"/>
          </a:solidFill>
          <a:ln w="516" cap="flat">
            <a:noFill/>
            <a:prstDash val="solid"/>
            <a:miter/>
          </a:ln>
        </p:spPr>
        <p:txBody>
          <a:bodyPr rtlCol="0" anchor="ctr"/>
          <a:lstStyle/>
          <a:p>
            <a:endParaRPr lang="en-US">
              <a:solidFill>
                <a:srgbClr val="FFFFFF"/>
              </a:solidFill>
            </a:endParaRPr>
          </a:p>
        </p:txBody>
      </p:sp>
      <p:cxnSp>
        <p:nvCxnSpPr>
          <p:cNvPr id="35" name="Straight Connector 34">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7" name="Group 26">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22" name="Rectangle 2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6" name="Rectangle 2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43631" y="809898"/>
            <a:ext cx="9942716" cy="1554480"/>
          </a:xfrm>
        </p:spPr>
        <p:txBody>
          <a:bodyPr anchor="ctr">
            <a:normAutofit/>
          </a:bodyPr>
          <a:lstStyle/>
          <a:p>
            <a:r>
              <a:rPr lang="en-US" sz="4800"/>
              <a:t>References</a:t>
            </a:r>
          </a:p>
        </p:txBody>
      </p:sp>
      <p:sp>
        <p:nvSpPr>
          <p:cNvPr id="3" name="Content Placeholder 2"/>
          <p:cNvSpPr>
            <a:spLocks noGrp="1"/>
          </p:cNvSpPr>
          <p:nvPr>
            <p:ph idx="1"/>
          </p:nvPr>
        </p:nvSpPr>
        <p:spPr>
          <a:xfrm>
            <a:off x="1045028" y="3017522"/>
            <a:ext cx="9941319" cy="3124658"/>
          </a:xfrm>
        </p:spPr>
        <p:txBody>
          <a:bodyPr anchor="ctr">
            <a:normAutofit/>
          </a:bodyPr>
          <a:lstStyle/>
          <a:p>
            <a:pPr marL="0" indent="0">
              <a:buNone/>
            </a:pPr>
            <a:r>
              <a:rPr lang="en-US" altLang="en-US" sz="800">
                <a:latin typeface="Times New Roman" panose="02020603050405020304" pitchFamily="18" charset="0"/>
                <a:cs typeface="Times New Roman" panose="02020603050405020304" pitchFamily="18" charset="0"/>
              </a:rPr>
              <a:t>[1]Jha, M. K., &amp; Dev, M. (2024). Impacts of climate change. In Smart internet of things for environment and healthcare (pp. 139-159). Cham: Springer Nature Switzerland.</a:t>
            </a:r>
          </a:p>
          <a:p>
            <a:pPr marL="0" indent="0">
              <a:buNone/>
            </a:pPr>
            <a:r>
              <a:rPr lang="en-US" altLang="en-US" sz="800">
                <a:latin typeface="Times New Roman" panose="02020603050405020304" pitchFamily="18" charset="0"/>
                <a:cs typeface="Times New Roman" panose="02020603050405020304" pitchFamily="18" charset="0"/>
              </a:rPr>
              <a:t>[2]Jaber, M. M., Ali, M. H., Abd, S. K., Jassim, M. M., Alkhayyat, A., Aziz, H. W., &amp; Alkhuwaylidee, A. R. (2022). Predicting climate factors based on big data analytics based agricultural disaster management. Physics and Chemistry of the Earth, Parts A/B/C, 128, 103243.</a:t>
            </a:r>
          </a:p>
          <a:p>
            <a:pPr marL="0" indent="0">
              <a:buNone/>
            </a:pPr>
            <a:r>
              <a:rPr lang="en-US" altLang="en-US" sz="800">
                <a:latin typeface="Times New Roman" panose="02020603050405020304" pitchFamily="18" charset="0"/>
                <a:cs typeface="Times New Roman" panose="02020603050405020304" pitchFamily="18" charset="0"/>
              </a:rPr>
              <a:t>[3]Jaber, M. M., Ali, M. H., Abd, S. K., Jassim, M. M., Alkhayyat, A., Aziz, H. W., &amp; Alkhuwaylidee, A. R. (2022). Predicting climate factors based on big data analytics based agricultural disaster management. Physics and Chemistry of the Earth, Parts A/B/C, 128, 103243</a:t>
            </a:r>
          </a:p>
          <a:p>
            <a:pPr marL="0" indent="0">
              <a:buNone/>
            </a:pPr>
            <a:r>
              <a:rPr lang="en-US" altLang="en-US" sz="800">
                <a:latin typeface="Times New Roman" panose="02020603050405020304" pitchFamily="18" charset="0"/>
                <a:cs typeface="Times New Roman" panose="02020603050405020304" pitchFamily="18" charset="0"/>
              </a:rPr>
              <a:t>[4]Chen, L., Han, B., Wang, X., Zhao, J., Yang, W., &amp; Yang, Z. (2023). Machine learning methods in weather and climate applications: A survey. Applied Sciences, 13(21), 12019</a:t>
            </a:r>
          </a:p>
          <a:p>
            <a:pPr marL="0" indent="0">
              <a:buNone/>
            </a:pPr>
            <a:r>
              <a:rPr lang="en-US" altLang="en-US" sz="800">
                <a:latin typeface="Times New Roman" panose="02020603050405020304" pitchFamily="18" charset="0"/>
                <a:cs typeface="Times New Roman" panose="02020603050405020304" pitchFamily="18" charset="0"/>
              </a:rPr>
              <a:t>[5]Blasch, E., Pham, T., Chong, C. Y., Koch, W., Leung, H., Braines, D., &amp; Abdelzaher, T. (2021). Machine learning/artificial intelligence for sensor data fusion–opportunities and challenges. IEEE aerospace and electronic systems magazine, 36(7), 80-93</a:t>
            </a:r>
          </a:p>
          <a:p>
            <a:pPr marL="0" indent="0">
              <a:buNone/>
            </a:pPr>
            <a:r>
              <a:rPr lang="en-US" altLang="en-US" sz="800">
                <a:latin typeface="Times New Roman" panose="02020603050405020304" pitchFamily="18" charset="0"/>
                <a:cs typeface="Times New Roman" panose="02020603050405020304" pitchFamily="18" charset="0"/>
              </a:rPr>
              <a:t>[6]Krivoguz, D., Ioshpa, A., Chernyi, S., Zhilenkov, A., Kustov, A., Zinchenko, A., ... &amp; Tsareva, P. (2024). Enhancing long-term air temperature forecasting with deep learning architectures. Journal of Robotics and Control (JRC), 5(3), 706-716.</a:t>
            </a:r>
          </a:p>
          <a:p>
            <a:pPr marL="0" indent="0">
              <a:buNone/>
            </a:pPr>
            <a:r>
              <a:rPr lang="en-US" altLang="en-US" sz="800">
                <a:latin typeface="Times New Roman" panose="02020603050405020304" pitchFamily="18" charset="0"/>
                <a:cs typeface="Times New Roman" panose="02020603050405020304" pitchFamily="18" charset="0"/>
              </a:rPr>
              <a:t>[7]Sahoo, S. (2024). Sensor Fusion and Virtual Sensor Design for Enhanced Multi-Sensor Data Accuracy in Autonomous Systems. International Journal on Smart &amp; Sustainable Intelligent Computing, 1(2), 21-39.</a:t>
            </a:r>
          </a:p>
          <a:p>
            <a:pPr marL="0" indent="0">
              <a:buNone/>
            </a:pPr>
            <a:r>
              <a:rPr lang="en-US" altLang="en-US" sz="800">
                <a:latin typeface="Times New Roman" panose="02020603050405020304" pitchFamily="18" charset="0"/>
                <a:cs typeface="Times New Roman" panose="02020603050405020304" pitchFamily="18" charset="0"/>
              </a:rPr>
              <a:t>[8]Eddamiri, S., Bassine, F. Z., Hakam, O., Kambiet, P. L. K., &amp; Chehbouni, A. (2025). Applications of artificial intelligence for forecasting and managing extremes. In Climate Change and Rainfall Extremes in Africa (pp. 91-113). Elsevier.</a:t>
            </a:r>
          </a:p>
          <a:p>
            <a:pPr marL="0" indent="0">
              <a:buNone/>
            </a:pPr>
            <a:r>
              <a:rPr lang="en-US" altLang="en-US" sz="800">
                <a:latin typeface="Times New Roman" panose="02020603050405020304" pitchFamily="18" charset="0"/>
                <a:cs typeface="Times New Roman" panose="02020603050405020304" pitchFamily="18" charset="0"/>
              </a:rPr>
              <a:t>[9]Chen, L., Han, B., Wang, X., Zhao, J., Yang, W., &amp; Yang, Z. (2023). Machine learning methods in weather and climate applications: A survey. Applied Sciences, 13(21), 12019.</a:t>
            </a:r>
          </a:p>
          <a:p>
            <a:pPr marL="0" indent="0">
              <a:buNone/>
            </a:pPr>
            <a:r>
              <a:rPr lang="en-US" altLang="en-US" sz="800">
                <a:latin typeface="Times New Roman" panose="02020603050405020304" pitchFamily="18" charset="0"/>
                <a:cs typeface="Times New Roman" panose="02020603050405020304" pitchFamily="18" charset="0"/>
              </a:rPr>
              <a:t>[10]Jagannathan, K., Pathak, T. B., &amp; Doll, D. (2023). Are long-term climate projections useful for on-farm adaptation decisions?. Frontiers in Climate, 4, 1005104.</a:t>
            </a:r>
          </a:p>
          <a:p>
            <a:pPr marL="0" indent="0">
              <a:buNone/>
            </a:pPr>
            <a:endParaRPr lang="en-US" sz="800"/>
          </a:p>
        </p:txBody>
      </p:sp>
      <p:cxnSp>
        <p:nvCxnSpPr>
          <p:cNvPr id="28" name="Straight Connector 2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04156F4-6393-33E2-FA90-F47B89666829}"/>
            </a:ext>
          </a:extLst>
        </p:cNvPr>
        <p:cNvGrpSpPr/>
        <p:nvPr/>
      </p:nvGrpSpPr>
      <p:grpSpPr>
        <a:xfrm>
          <a:off x="0" y="0"/>
          <a:ext cx="0" cy="0"/>
          <a:chOff x="0" y="0"/>
          <a:chExt cx="0" cy="0"/>
        </a:xfrm>
      </p:grpSpPr>
      <p:sp useBgFill="1">
        <p:nvSpPr>
          <p:cNvPr id="46" name="Rectangle 45">
            <a:extLst>
              <a:ext uri="{FF2B5EF4-FFF2-40B4-BE49-F238E27FC236}">
                <a16:creationId xmlns:a16="http://schemas.microsoft.com/office/drawing/2014/main" id="{9A724DBA-D2D9-471E-8ED7-2015DDD950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8811F85-A91C-2209-83DA-DCFDD3036BB8}"/>
              </a:ext>
            </a:extLst>
          </p:cNvPr>
          <p:cNvSpPr>
            <a:spLocks noGrp="1"/>
          </p:cNvSpPr>
          <p:nvPr>
            <p:ph type="title"/>
          </p:nvPr>
        </p:nvSpPr>
        <p:spPr>
          <a:xfrm>
            <a:off x="7239014" y="525982"/>
            <a:ext cx="4282983" cy="1200361"/>
          </a:xfrm>
        </p:spPr>
        <p:txBody>
          <a:bodyPr anchor="b">
            <a:normAutofit/>
          </a:bodyPr>
          <a:lstStyle/>
          <a:p>
            <a:r>
              <a:rPr lang="en-US" sz="3600"/>
              <a:t>Acknowledgments</a:t>
            </a:r>
          </a:p>
        </p:txBody>
      </p:sp>
      <p:sp>
        <p:nvSpPr>
          <p:cNvPr id="47" name="Rectangle 46">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54641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0234"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9" name="Graphic 48" descr="Share With Person">
            <a:extLst>
              <a:ext uri="{FF2B5EF4-FFF2-40B4-BE49-F238E27FC236}">
                <a16:creationId xmlns:a16="http://schemas.microsoft.com/office/drawing/2014/main" id="{AE12BB52-76E1-42AE-81AF-523035F9A85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28182" y="650494"/>
            <a:ext cx="5324142" cy="5324142"/>
          </a:xfrm>
          <a:prstGeom prst="rect">
            <a:avLst/>
          </a:prstGeom>
        </p:spPr>
      </p:pic>
      <p:sp>
        <p:nvSpPr>
          <p:cNvPr id="50" name="Rectangle 49">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277786"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C4F2463-1AD3-B31C-47DB-1D884ED5CE66}"/>
              </a:ext>
            </a:extLst>
          </p:cNvPr>
          <p:cNvSpPr>
            <a:spLocks noGrp="1"/>
          </p:cNvSpPr>
          <p:nvPr>
            <p:ph idx="1"/>
          </p:nvPr>
        </p:nvSpPr>
        <p:spPr>
          <a:xfrm>
            <a:off x="7239012" y="2031101"/>
            <a:ext cx="4282984" cy="3511943"/>
          </a:xfrm>
        </p:spPr>
        <p:txBody>
          <a:bodyPr anchor="ctr">
            <a:normAutofit/>
          </a:bodyPr>
          <a:lstStyle/>
          <a:p>
            <a:pPr marL="0" indent="0">
              <a:buNone/>
            </a:pPr>
            <a:r>
              <a:rPr lang="en-US" altLang="en-US" sz="1800" dirty="0">
                <a:latin typeface="Times New Roman" panose="02020603050405020304" pitchFamily="18" charset="0"/>
                <a:cs typeface="Times New Roman" panose="02020603050405020304" pitchFamily="18" charset="0"/>
              </a:rPr>
              <a:t>I sincerely thank my supervisor for their guidance and my collaborators for their contributions. I also appreciate the support from my colleagues, family, and friends throughout this project.</a:t>
            </a:r>
            <a:endParaRPr lang="en-US" sz="1800" dirty="0"/>
          </a:p>
        </p:txBody>
      </p:sp>
      <p:sp>
        <p:nvSpPr>
          <p:cNvPr id="51" name="Rectangle 50">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677179"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050318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36F9ACA-B594-1239-CF1C-51B5736B3DCC}"/>
            </a:ext>
          </a:extLst>
        </p:cNvPr>
        <p:cNvGrpSpPr/>
        <p:nvPr/>
      </p:nvGrpSpPr>
      <p:grpSpPr>
        <a:xfrm>
          <a:off x="0" y="0"/>
          <a:ext cx="0" cy="0"/>
          <a:chOff x="0" y="0"/>
          <a:chExt cx="0" cy="0"/>
        </a:xfrm>
      </p:grpSpPr>
      <p:sp useBgFill="1">
        <p:nvSpPr>
          <p:cNvPr id="82" name="Rectangle 81">
            <a:extLst>
              <a:ext uri="{FF2B5EF4-FFF2-40B4-BE49-F238E27FC236}">
                <a16:creationId xmlns:a16="http://schemas.microsoft.com/office/drawing/2014/main" id="{91DC6ABD-215C-4EA8-A483-CEF5B99AB3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5DFEA04-00CB-10A3-6D0E-4AB8C151D6D9}"/>
              </a:ext>
            </a:extLst>
          </p:cNvPr>
          <p:cNvSpPr>
            <a:spLocks noGrp="1"/>
          </p:cNvSpPr>
          <p:nvPr>
            <p:ph type="title"/>
          </p:nvPr>
        </p:nvSpPr>
        <p:spPr>
          <a:xfrm>
            <a:off x="599609" y="679731"/>
            <a:ext cx="4171994" cy="3736540"/>
          </a:xfrm>
        </p:spPr>
        <p:txBody>
          <a:bodyPr vert="horz" lIns="91440" tIns="45720" rIns="91440" bIns="45720" rtlCol="0" anchor="b">
            <a:normAutofit/>
          </a:bodyPr>
          <a:lstStyle/>
          <a:p>
            <a:r>
              <a:rPr lang="en-US" sz="6000" kern="1200">
                <a:solidFill>
                  <a:schemeClr val="tx1"/>
                </a:solidFill>
                <a:latin typeface="+mj-lt"/>
                <a:ea typeface="+mj-ea"/>
                <a:cs typeface="+mj-cs"/>
              </a:rPr>
              <a:t>Thank you for your time and attention.</a:t>
            </a:r>
          </a:p>
        </p:txBody>
      </p:sp>
      <p:sp>
        <p:nvSpPr>
          <p:cNvPr id="3" name="Content Placeholder 2">
            <a:extLst>
              <a:ext uri="{FF2B5EF4-FFF2-40B4-BE49-F238E27FC236}">
                <a16:creationId xmlns:a16="http://schemas.microsoft.com/office/drawing/2014/main" id="{E7E688A0-460C-9556-F750-B7699BBCF13D}"/>
              </a:ext>
            </a:extLst>
          </p:cNvPr>
          <p:cNvSpPr>
            <a:spLocks noGrp="1"/>
          </p:cNvSpPr>
          <p:nvPr>
            <p:ph idx="1"/>
          </p:nvPr>
        </p:nvSpPr>
        <p:spPr>
          <a:xfrm>
            <a:off x="599609" y="4685288"/>
            <a:ext cx="4171994" cy="1035781"/>
          </a:xfrm>
        </p:spPr>
        <p:txBody>
          <a:bodyPr vert="horz" lIns="91440" tIns="45720" rIns="91440" bIns="45720" rtlCol="0">
            <a:normAutofit/>
          </a:bodyPr>
          <a:lstStyle/>
          <a:p>
            <a:pPr marL="0" indent="0">
              <a:buNone/>
            </a:pPr>
            <a:r>
              <a:rPr lang="en-US" sz="2400" kern="1200">
                <a:solidFill>
                  <a:schemeClr val="tx1"/>
                </a:solidFill>
                <a:latin typeface="+mn-lt"/>
                <a:ea typeface="+mn-ea"/>
                <a:cs typeface="+mn-cs"/>
              </a:rPr>
              <a:t>I welcome any questions or feedback</a:t>
            </a:r>
          </a:p>
        </p:txBody>
      </p:sp>
      <p:grpSp>
        <p:nvGrpSpPr>
          <p:cNvPr id="83" name="Group 82">
            <a:extLst>
              <a:ext uri="{FF2B5EF4-FFF2-40B4-BE49-F238E27FC236}">
                <a16:creationId xmlns:a16="http://schemas.microsoft.com/office/drawing/2014/main" id="{3AF6A671-C637-4547-85F4-51B6D18813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416432" y="1"/>
            <a:ext cx="2446384" cy="5777808"/>
            <a:chOff x="329184" y="1"/>
            <a:chExt cx="524256" cy="5777808"/>
          </a:xfrm>
        </p:grpSpPr>
        <p:cxnSp>
          <p:nvCxnSpPr>
            <p:cNvPr id="84" name="Straight Connector 83">
              <a:extLst>
                <a:ext uri="{FF2B5EF4-FFF2-40B4-BE49-F238E27FC236}">
                  <a16:creationId xmlns:a16="http://schemas.microsoft.com/office/drawing/2014/main" id="{C575CF26-3D3C-4C5A-A2B7-00432016EF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77809"/>
              <a:ext cx="521208"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85" name="Rectangle 84">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1"/>
              <a:ext cx="524256" cy="55321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7" name="Rectangle 76">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86598" y="269324"/>
            <a:ext cx="6116779" cy="6208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5" name="Graphic 54" descr="Smiling Face with No Fill">
            <a:extLst>
              <a:ext uri="{FF2B5EF4-FFF2-40B4-BE49-F238E27FC236}">
                <a16:creationId xmlns:a16="http://schemas.microsoft.com/office/drawing/2014/main" id="{431F10E6-A098-6D67-93CD-A336EDDFF29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640572" y="569297"/>
            <a:ext cx="5608830" cy="5608830"/>
          </a:xfrm>
          <a:prstGeom prst="rect">
            <a:avLst/>
          </a:prstGeom>
        </p:spPr>
      </p:pic>
    </p:spTree>
    <p:extLst>
      <p:ext uri="{BB962C8B-B14F-4D97-AF65-F5344CB8AC3E}">
        <p14:creationId xmlns:p14="http://schemas.microsoft.com/office/powerpoint/2010/main" val="21240250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nodeType="withEffect">
                                  <p:stCondLst>
                                    <p:cond delay="500"/>
                                  </p:stCondLst>
                                  <p:iterate>
                                    <p:tmPct val="10000"/>
                                  </p:iterate>
                                  <p:childTnLst>
                                    <p:set>
                                      <p:cBhvr>
                                        <p:cTn id="9" dur="1" fill="hold">
                                          <p:stCondLst>
                                            <p:cond delay="0"/>
                                          </p:stCondLst>
                                        </p:cTn>
                                        <p:tgtEl>
                                          <p:spTgt spid="55"/>
                                        </p:tgtEl>
                                        <p:attrNameLst>
                                          <p:attrName>style.visibility</p:attrName>
                                        </p:attrNameLst>
                                      </p:cBhvr>
                                      <p:to>
                                        <p:strVal val="visible"/>
                                      </p:to>
                                    </p:set>
                                    <p:animEffect transition="in" filter="fade">
                                      <p:cBhvr>
                                        <p:cTn id="10" dur="7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516</TotalTime>
  <Words>1756</Words>
  <Application>Microsoft Office PowerPoint</Application>
  <PresentationFormat>Widescreen</PresentationFormat>
  <Paragraphs>166</Paragraphs>
  <Slides>19</Slides>
  <Notes>1</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Aptos</vt:lpstr>
      <vt:lpstr>Aptos Display</vt:lpstr>
      <vt:lpstr>Arial</vt:lpstr>
      <vt:lpstr>Calibri</vt:lpstr>
      <vt:lpstr>Times New Roman</vt:lpstr>
      <vt:lpstr>Office Theme</vt:lpstr>
      <vt:lpstr>Climate Forecasting System Based on Deep Learning and Multi-Sensors</vt:lpstr>
      <vt:lpstr>Agenda</vt:lpstr>
      <vt:lpstr>Introduction</vt:lpstr>
      <vt:lpstr>Research Objectives</vt:lpstr>
      <vt:lpstr>Research Questions</vt:lpstr>
      <vt:lpstr>Methodology</vt:lpstr>
      <vt:lpstr>Model Selection</vt:lpstr>
      <vt:lpstr>Model Architecture</vt:lpstr>
      <vt:lpstr>Comparison Table</vt:lpstr>
      <vt:lpstr>Environmental Setup and Deployment</vt:lpstr>
      <vt:lpstr>Project Demonstration Video</vt:lpstr>
      <vt:lpstr>Key Findings</vt:lpstr>
      <vt:lpstr>Results and Discussion</vt:lpstr>
      <vt:lpstr>Future Work</vt:lpstr>
      <vt:lpstr>Achievements</vt:lpstr>
      <vt:lpstr>Publications</vt:lpstr>
      <vt:lpstr>References</vt:lpstr>
      <vt:lpstr>Acknowledgments</vt:lpstr>
      <vt:lpstr>Thank you for your time and attention.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s12625</cp:lastModifiedBy>
  <cp:revision>15</cp:revision>
  <dcterms:created xsi:type="dcterms:W3CDTF">2013-01-27T09:14:16Z</dcterms:created>
  <dcterms:modified xsi:type="dcterms:W3CDTF">2025-11-12T19:09:24Z</dcterms:modified>
  <cp:category/>
</cp:coreProperties>
</file>